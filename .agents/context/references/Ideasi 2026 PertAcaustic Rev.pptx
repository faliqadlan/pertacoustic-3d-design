
<file path=[Content_Types].xml><?xml version="1.0" encoding="utf-8"?>
<Types xmlns="http://schemas.openxmlformats.org/package/2006/content-types">
  <Default Extension="png" ContentType="image/png"/>
  <Default Extension="svg" ContentType="image/svg+xml"/>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mp4" ContentType="video/mp4"/>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70" r:id="rId6"/>
    <p:sldId id="271" r:id="rId7"/>
    <p:sldId id="273" r:id="rId8"/>
    <p:sldId id="272" r:id="rId9"/>
    <p:sldId id="275" r:id="rId10"/>
    <p:sldId id="262" r:id="rId11"/>
    <p:sldId id="274" r:id="rId12"/>
    <p:sldId id="263" r:id="rId13"/>
    <p:sldId id="258" r:id="rId14"/>
    <p:sldId id="32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60"/>
  </p:normalViewPr>
  <p:slideViewPr>
    <p:cSldViewPr snapToGrid="0">
      <p:cViewPr varScale="1">
        <p:scale>
          <a:sx n="77" d="100"/>
          <a:sy n="77" d="100"/>
        </p:scale>
        <p:origin x="744"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yo Adi Putranto" userId="3d1180bd-9356-434d-a2e9-1d83d72199ce" providerId="ADAL" clId="{11B2D235-7DE7-46C4-92C1-74A90449B26B}"/>
    <pc:docChg chg="undo custSel addSld delSld modSld sldOrd">
      <pc:chgData name="Suryo Adi Putranto" userId="3d1180bd-9356-434d-a2e9-1d83d72199ce" providerId="ADAL" clId="{11B2D235-7DE7-46C4-92C1-74A90449B26B}" dt="2026-02-09T02:27:30.079" v="323" actId="2696"/>
      <pc:docMkLst>
        <pc:docMk/>
      </pc:docMkLst>
      <pc:sldChg chg="addSp delSp modSp">
        <pc:chgData name="Suryo Adi Putranto" userId="3d1180bd-9356-434d-a2e9-1d83d72199ce" providerId="ADAL" clId="{11B2D235-7DE7-46C4-92C1-74A90449B26B}" dt="2026-02-03T06:26:40.998" v="7" actId="478"/>
        <pc:sldMkLst>
          <pc:docMk/>
          <pc:sldMk cId="2013720330" sldId="256"/>
        </pc:sldMkLst>
        <pc:spChg chg="del">
          <ac:chgData name="Suryo Adi Putranto" userId="3d1180bd-9356-434d-a2e9-1d83d72199ce" providerId="ADAL" clId="{11B2D235-7DE7-46C4-92C1-74A90449B26B}" dt="2026-02-03T06:26:37.569" v="6" actId="478"/>
          <ac:spMkLst>
            <pc:docMk/>
            <pc:sldMk cId="2013720330" sldId="256"/>
            <ac:spMk id="3" creationId="{26966B9C-5EFC-4F8D-A93A-A014FA7E51D3}"/>
          </ac:spMkLst>
        </pc:spChg>
        <pc:spChg chg="add">
          <ac:chgData name="Suryo Adi Putranto" userId="3d1180bd-9356-434d-a2e9-1d83d72199ce" providerId="ADAL" clId="{11B2D235-7DE7-46C4-92C1-74A90449B26B}" dt="2026-02-03T06:25:53.868" v="0"/>
          <ac:spMkLst>
            <pc:docMk/>
            <pc:sldMk cId="2013720330" sldId="256"/>
            <ac:spMk id="4" creationId="{13EA0506-5D34-4444-9442-3F8986139DD8}"/>
          </ac:spMkLst>
        </pc:spChg>
        <pc:spChg chg="del">
          <ac:chgData name="Suryo Adi Putranto" userId="3d1180bd-9356-434d-a2e9-1d83d72199ce" providerId="ADAL" clId="{11B2D235-7DE7-46C4-92C1-74A90449B26B}" dt="2026-02-03T06:26:40.998" v="7" actId="478"/>
          <ac:spMkLst>
            <pc:docMk/>
            <pc:sldMk cId="2013720330" sldId="256"/>
            <ac:spMk id="5" creationId="{96ED1F32-2933-4DCA-9F0E-662EC1358BA1}"/>
          </ac:spMkLst>
        </pc:spChg>
        <pc:spChg chg="add">
          <ac:chgData name="Suryo Adi Putranto" userId="3d1180bd-9356-434d-a2e9-1d83d72199ce" providerId="ADAL" clId="{11B2D235-7DE7-46C4-92C1-74A90449B26B}" dt="2026-02-03T06:25:53.868" v="0"/>
          <ac:spMkLst>
            <pc:docMk/>
            <pc:sldMk cId="2013720330" sldId="256"/>
            <ac:spMk id="8" creationId="{9469D48F-949C-41FF-B747-410097B87FA3}"/>
          </ac:spMkLst>
        </pc:spChg>
        <pc:spChg chg="add">
          <ac:chgData name="Suryo Adi Putranto" userId="3d1180bd-9356-434d-a2e9-1d83d72199ce" providerId="ADAL" clId="{11B2D235-7DE7-46C4-92C1-74A90449B26B}" dt="2026-02-03T06:25:53.868" v="0"/>
          <ac:spMkLst>
            <pc:docMk/>
            <pc:sldMk cId="2013720330" sldId="256"/>
            <ac:spMk id="9" creationId="{9B675475-2251-490A-9D3A-F6311E849A3F}"/>
          </ac:spMkLst>
        </pc:spChg>
        <pc:spChg chg="mod">
          <ac:chgData name="Suryo Adi Putranto" userId="3d1180bd-9356-434d-a2e9-1d83d72199ce" providerId="ADAL" clId="{11B2D235-7DE7-46C4-92C1-74A90449B26B}" dt="2026-02-03T06:26:22.152" v="5" actId="1038"/>
          <ac:spMkLst>
            <pc:docMk/>
            <pc:sldMk cId="2013720330" sldId="256"/>
            <ac:spMk id="14" creationId="{CD940D5B-588F-4F00-A045-109560BD8625}"/>
          </ac:spMkLst>
        </pc:spChg>
        <pc:grpChg chg="add mod">
          <ac:chgData name="Suryo Adi Putranto" userId="3d1180bd-9356-434d-a2e9-1d83d72199ce" providerId="ADAL" clId="{11B2D235-7DE7-46C4-92C1-74A90449B26B}" dt="2026-02-03T06:26:13.399" v="3" actId="14100"/>
          <ac:grpSpMkLst>
            <pc:docMk/>
            <pc:sldMk cId="2013720330" sldId="256"/>
            <ac:grpSpMk id="11" creationId="{368A7B57-252A-44E9-84C3-169E46489CFC}"/>
          </ac:grpSpMkLst>
        </pc:grpChg>
        <pc:picChg chg="add">
          <ac:chgData name="Suryo Adi Putranto" userId="3d1180bd-9356-434d-a2e9-1d83d72199ce" providerId="ADAL" clId="{11B2D235-7DE7-46C4-92C1-74A90449B26B}" dt="2026-02-03T06:25:53.868" v="0"/>
          <ac:picMkLst>
            <pc:docMk/>
            <pc:sldMk cId="2013720330" sldId="256"/>
            <ac:picMk id="6" creationId="{CA7E547E-3904-4AF3-932C-563E7C480630}"/>
          </ac:picMkLst>
        </pc:picChg>
        <pc:picChg chg="add">
          <ac:chgData name="Suryo Adi Putranto" userId="3d1180bd-9356-434d-a2e9-1d83d72199ce" providerId="ADAL" clId="{11B2D235-7DE7-46C4-92C1-74A90449B26B}" dt="2026-02-03T06:25:53.868" v="0"/>
          <ac:picMkLst>
            <pc:docMk/>
            <pc:sldMk cId="2013720330" sldId="256"/>
            <ac:picMk id="7" creationId="{2F56688F-7B9D-4677-BB69-6E47B7900C4E}"/>
          </ac:picMkLst>
        </pc:picChg>
        <pc:picChg chg="add del">
          <ac:chgData name="Suryo Adi Putranto" userId="3d1180bd-9356-434d-a2e9-1d83d72199ce" providerId="ADAL" clId="{11B2D235-7DE7-46C4-92C1-74A90449B26B}" dt="2026-02-03T06:26:03.564" v="1" actId="478"/>
          <ac:picMkLst>
            <pc:docMk/>
            <pc:sldMk cId="2013720330" sldId="256"/>
            <ac:picMk id="10" creationId="{C0CC4203-EEA9-4935-8086-89CA654DE231}"/>
          </ac:picMkLst>
        </pc:picChg>
        <pc:picChg chg="add">
          <ac:chgData name="Suryo Adi Putranto" userId="3d1180bd-9356-434d-a2e9-1d83d72199ce" providerId="ADAL" clId="{11B2D235-7DE7-46C4-92C1-74A90449B26B}" dt="2026-02-03T06:25:53.868" v="0"/>
          <ac:picMkLst>
            <pc:docMk/>
            <pc:sldMk cId="2013720330" sldId="256"/>
            <ac:picMk id="15" creationId="{A3178046-CAD5-407B-B395-2B0EE653E02C}"/>
          </ac:picMkLst>
        </pc:picChg>
      </pc:sldChg>
      <pc:sldChg chg="modSp add">
        <pc:chgData name="Suryo Adi Putranto" userId="3d1180bd-9356-434d-a2e9-1d83d72199ce" providerId="ADAL" clId="{11B2D235-7DE7-46C4-92C1-74A90449B26B}" dt="2026-02-03T07:27:14.229" v="294" actId="20577"/>
        <pc:sldMkLst>
          <pc:docMk/>
          <pc:sldMk cId="3376274080" sldId="262"/>
        </pc:sldMkLst>
        <pc:spChg chg="mod">
          <ac:chgData name="Suryo Adi Putranto" userId="3d1180bd-9356-434d-a2e9-1d83d72199ce" providerId="ADAL" clId="{11B2D235-7DE7-46C4-92C1-74A90449B26B}" dt="2026-02-03T07:24:07.867" v="265" actId="1076"/>
          <ac:spMkLst>
            <pc:docMk/>
            <pc:sldMk cId="3376274080" sldId="262"/>
            <ac:spMk id="2" creationId="{00000000-0000-0000-0000-000000000000}"/>
          </ac:spMkLst>
        </pc:spChg>
        <pc:spChg chg="mod">
          <ac:chgData name="Suryo Adi Putranto" userId="3d1180bd-9356-434d-a2e9-1d83d72199ce" providerId="ADAL" clId="{11B2D235-7DE7-46C4-92C1-74A90449B26B}" dt="2026-02-03T07:27:14.229" v="294" actId="20577"/>
          <ac:spMkLst>
            <pc:docMk/>
            <pc:sldMk cId="3376274080" sldId="262"/>
            <ac:spMk id="3" creationId="{00000000-0000-0000-0000-000000000000}"/>
          </ac:spMkLst>
        </pc:spChg>
      </pc:sldChg>
      <pc:sldChg chg="modSp add">
        <pc:chgData name="Suryo Adi Putranto" userId="3d1180bd-9356-434d-a2e9-1d83d72199ce" providerId="ADAL" clId="{11B2D235-7DE7-46C4-92C1-74A90449B26B}" dt="2026-02-03T07:28:01.557" v="298" actId="1076"/>
        <pc:sldMkLst>
          <pc:docMk/>
          <pc:sldMk cId="2557981270" sldId="263"/>
        </pc:sldMkLst>
        <pc:picChg chg="mod modCrop">
          <ac:chgData name="Suryo Adi Putranto" userId="3d1180bd-9356-434d-a2e9-1d83d72199ce" providerId="ADAL" clId="{11B2D235-7DE7-46C4-92C1-74A90449B26B}" dt="2026-02-03T07:28:01.557" v="298" actId="1076"/>
          <ac:picMkLst>
            <pc:docMk/>
            <pc:sldMk cId="2557981270" sldId="263"/>
            <ac:picMk id="3" creationId="{AE5F3423-F7B7-41B9-BDAA-300F821C13D3}"/>
          </ac:picMkLst>
        </pc:picChg>
      </pc:sldChg>
      <pc:sldChg chg="addSp delSp modSp add del ord">
        <pc:chgData name="Suryo Adi Putranto" userId="3d1180bd-9356-434d-a2e9-1d83d72199ce" providerId="ADAL" clId="{11B2D235-7DE7-46C4-92C1-74A90449B26B}" dt="2026-02-09T02:27:30.079" v="323" actId="2696"/>
        <pc:sldMkLst>
          <pc:docMk/>
          <pc:sldMk cId="2022346955" sldId="268"/>
        </pc:sldMkLst>
        <pc:spChg chg="mod">
          <ac:chgData name="Suryo Adi Putranto" userId="3d1180bd-9356-434d-a2e9-1d83d72199ce" providerId="ADAL" clId="{11B2D235-7DE7-46C4-92C1-74A90449B26B}" dt="2026-02-03T06:28:09.446" v="27" actId="20577"/>
          <ac:spMkLst>
            <pc:docMk/>
            <pc:sldMk cId="2022346955" sldId="268"/>
            <ac:spMk id="2" creationId="{00000000-0000-0000-0000-000000000000}"/>
          </ac:spMkLst>
        </pc:spChg>
        <pc:picChg chg="del mod">
          <ac:chgData name="Suryo Adi Putranto" userId="3d1180bd-9356-434d-a2e9-1d83d72199ce" providerId="ADAL" clId="{11B2D235-7DE7-46C4-92C1-74A90449B26B}" dt="2026-02-09T02:27:24.698" v="322" actId="478"/>
          <ac:picMkLst>
            <pc:docMk/>
            <pc:sldMk cId="2022346955" sldId="268"/>
            <ac:picMk id="8" creationId="{02F4D7F1-E465-4A42-A5C0-ED71887A7138}"/>
          </ac:picMkLst>
        </pc:picChg>
        <pc:picChg chg="add mod">
          <ac:chgData name="Suryo Adi Putranto" userId="3d1180bd-9356-434d-a2e9-1d83d72199ce" providerId="ADAL" clId="{11B2D235-7DE7-46C4-92C1-74A90449B26B}" dt="2026-02-03T06:42:44.721" v="84" actId="1076"/>
          <ac:picMkLst>
            <pc:docMk/>
            <pc:sldMk cId="2022346955" sldId="268"/>
            <ac:picMk id="9" creationId="{26AC72BF-2280-41FD-8F57-822D429F01F1}"/>
          </ac:picMkLst>
        </pc:picChg>
      </pc:sldChg>
      <pc:sldChg chg="addSp modSp add">
        <pc:chgData name="Suryo Adi Putranto" userId="3d1180bd-9356-434d-a2e9-1d83d72199ce" providerId="ADAL" clId="{11B2D235-7DE7-46C4-92C1-74A90449B26B}" dt="2026-02-03T06:41:44.954" v="78" actId="20577"/>
        <pc:sldMkLst>
          <pc:docMk/>
          <pc:sldMk cId="418145266" sldId="270"/>
        </pc:sldMkLst>
        <pc:spChg chg="mod">
          <ac:chgData name="Suryo Adi Putranto" userId="3d1180bd-9356-434d-a2e9-1d83d72199ce" providerId="ADAL" clId="{11B2D235-7DE7-46C4-92C1-74A90449B26B}" dt="2026-02-03T06:41:44.954" v="78" actId="20577"/>
          <ac:spMkLst>
            <pc:docMk/>
            <pc:sldMk cId="418145266" sldId="270"/>
            <ac:spMk id="3" creationId="{79488F4F-B85D-480E-A58C-9E174289005F}"/>
          </ac:spMkLst>
        </pc:spChg>
        <pc:picChg chg="add mod">
          <ac:chgData name="Suryo Adi Putranto" userId="3d1180bd-9356-434d-a2e9-1d83d72199ce" providerId="ADAL" clId="{11B2D235-7DE7-46C4-92C1-74A90449B26B}" dt="2026-02-03T06:35:15.931" v="44" actId="1076"/>
          <ac:picMkLst>
            <pc:docMk/>
            <pc:sldMk cId="418145266" sldId="270"/>
            <ac:picMk id="5" creationId="{13FACAEE-1DDE-4D96-90AA-0F7185A0368A}"/>
          </ac:picMkLst>
        </pc:picChg>
        <pc:picChg chg="add mod">
          <ac:chgData name="Suryo Adi Putranto" userId="3d1180bd-9356-434d-a2e9-1d83d72199ce" providerId="ADAL" clId="{11B2D235-7DE7-46C4-92C1-74A90449B26B}" dt="2026-02-03T06:35:24.618" v="46" actId="1076"/>
          <ac:picMkLst>
            <pc:docMk/>
            <pc:sldMk cId="418145266" sldId="270"/>
            <ac:picMk id="6" creationId="{9DDE73EA-32B2-4DE4-B9FD-2790D2824709}"/>
          </ac:picMkLst>
        </pc:picChg>
        <pc:picChg chg="add mod">
          <ac:chgData name="Suryo Adi Putranto" userId="3d1180bd-9356-434d-a2e9-1d83d72199ce" providerId="ADAL" clId="{11B2D235-7DE7-46C4-92C1-74A90449B26B}" dt="2026-02-03T06:35:34.002" v="48" actId="1076"/>
          <ac:picMkLst>
            <pc:docMk/>
            <pc:sldMk cId="418145266" sldId="270"/>
            <ac:picMk id="7" creationId="{E8A9D6C3-05B3-47C1-BDAB-BB98012FF0C6}"/>
          </ac:picMkLst>
        </pc:picChg>
        <pc:picChg chg="add mod">
          <ac:chgData name="Suryo Adi Putranto" userId="3d1180bd-9356-434d-a2e9-1d83d72199ce" providerId="ADAL" clId="{11B2D235-7DE7-46C4-92C1-74A90449B26B}" dt="2026-02-03T06:35:54.092" v="51" actId="1076"/>
          <ac:picMkLst>
            <pc:docMk/>
            <pc:sldMk cId="418145266" sldId="270"/>
            <ac:picMk id="8" creationId="{27C2CCAB-2082-4648-AD54-09037775E227}"/>
          </ac:picMkLst>
        </pc:picChg>
        <pc:picChg chg="add mod">
          <ac:chgData name="Suryo Adi Putranto" userId="3d1180bd-9356-434d-a2e9-1d83d72199ce" providerId="ADAL" clId="{11B2D235-7DE7-46C4-92C1-74A90449B26B}" dt="2026-02-03T06:35:54.092" v="51" actId="1076"/>
          <ac:picMkLst>
            <pc:docMk/>
            <pc:sldMk cId="418145266" sldId="270"/>
            <ac:picMk id="9" creationId="{A95613DD-3E60-4FFE-893A-DB73A2C40098}"/>
          </ac:picMkLst>
        </pc:picChg>
        <pc:picChg chg="add mod">
          <ac:chgData name="Suryo Adi Putranto" userId="3d1180bd-9356-434d-a2e9-1d83d72199ce" providerId="ADAL" clId="{11B2D235-7DE7-46C4-92C1-74A90449B26B}" dt="2026-02-03T06:35:54.092" v="51" actId="1076"/>
          <ac:picMkLst>
            <pc:docMk/>
            <pc:sldMk cId="418145266" sldId="270"/>
            <ac:picMk id="10" creationId="{1A936FB1-F3CF-4E0C-B151-D6E871E47703}"/>
          </ac:picMkLst>
        </pc:picChg>
        <pc:picChg chg="add mod">
          <ac:chgData name="Suryo Adi Putranto" userId="3d1180bd-9356-434d-a2e9-1d83d72199ce" providerId="ADAL" clId="{11B2D235-7DE7-46C4-92C1-74A90449B26B}" dt="2026-02-03T06:36:12.917" v="53" actId="1076"/>
          <ac:picMkLst>
            <pc:docMk/>
            <pc:sldMk cId="418145266" sldId="270"/>
            <ac:picMk id="11" creationId="{678F304F-A4C7-40D2-BBE5-3938B185D4AD}"/>
          </ac:picMkLst>
        </pc:picChg>
        <pc:picChg chg="add mod">
          <ac:chgData name="Suryo Adi Putranto" userId="3d1180bd-9356-434d-a2e9-1d83d72199ce" providerId="ADAL" clId="{11B2D235-7DE7-46C4-92C1-74A90449B26B}" dt="2026-02-03T06:36:12.917" v="53" actId="1076"/>
          <ac:picMkLst>
            <pc:docMk/>
            <pc:sldMk cId="418145266" sldId="270"/>
            <ac:picMk id="12" creationId="{BF918E4B-87F4-4298-B9FB-7CFE26CA6820}"/>
          </ac:picMkLst>
        </pc:picChg>
        <pc:picChg chg="add mod">
          <ac:chgData name="Suryo Adi Putranto" userId="3d1180bd-9356-434d-a2e9-1d83d72199ce" providerId="ADAL" clId="{11B2D235-7DE7-46C4-92C1-74A90449B26B}" dt="2026-02-03T06:36:12.917" v="53" actId="1076"/>
          <ac:picMkLst>
            <pc:docMk/>
            <pc:sldMk cId="418145266" sldId="270"/>
            <ac:picMk id="13" creationId="{055192FB-4ED4-4411-AAAC-6037CB30BED8}"/>
          </ac:picMkLst>
        </pc:picChg>
        <pc:picChg chg="add mod">
          <ac:chgData name="Suryo Adi Putranto" userId="3d1180bd-9356-434d-a2e9-1d83d72199ce" providerId="ADAL" clId="{11B2D235-7DE7-46C4-92C1-74A90449B26B}" dt="2026-02-03T06:36:21.025" v="55" actId="1076"/>
          <ac:picMkLst>
            <pc:docMk/>
            <pc:sldMk cId="418145266" sldId="270"/>
            <ac:picMk id="14" creationId="{8AABB021-AD33-4CFB-9799-6B88ACEFF9F4}"/>
          </ac:picMkLst>
        </pc:picChg>
        <pc:picChg chg="add mod">
          <ac:chgData name="Suryo Adi Putranto" userId="3d1180bd-9356-434d-a2e9-1d83d72199ce" providerId="ADAL" clId="{11B2D235-7DE7-46C4-92C1-74A90449B26B}" dt="2026-02-03T06:36:21.025" v="55" actId="1076"/>
          <ac:picMkLst>
            <pc:docMk/>
            <pc:sldMk cId="418145266" sldId="270"/>
            <ac:picMk id="15" creationId="{AF1A29FA-C357-41E6-83C5-8CFCEC2A3298}"/>
          </ac:picMkLst>
        </pc:picChg>
        <pc:picChg chg="add mod">
          <ac:chgData name="Suryo Adi Putranto" userId="3d1180bd-9356-434d-a2e9-1d83d72199ce" providerId="ADAL" clId="{11B2D235-7DE7-46C4-92C1-74A90449B26B}" dt="2026-02-03T06:36:21.025" v="55" actId="1076"/>
          <ac:picMkLst>
            <pc:docMk/>
            <pc:sldMk cId="418145266" sldId="270"/>
            <ac:picMk id="16" creationId="{28832ADF-2C49-408D-A4D2-DA7B1CB4D52F}"/>
          </ac:picMkLst>
        </pc:picChg>
        <pc:picChg chg="add mod">
          <ac:chgData name="Suryo Adi Putranto" userId="3d1180bd-9356-434d-a2e9-1d83d72199ce" providerId="ADAL" clId="{11B2D235-7DE7-46C4-92C1-74A90449B26B}" dt="2026-02-03T06:36:28.805" v="57" actId="1076"/>
          <ac:picMkLst>
            <pc:docMk/>
            <pc:sldMk cId="418145266" sldId="270"/>
            <ac:picMk id="17" creationId="{FBF8D413-D740-427C-8E54-763F89546D64}"/>
          </ac:picMkLst>
        </pc:picChg>
        <pc:picChg chg="add mod">
          <ac:chgData name="Suryo Adi Putranto" userId="3d1180bd-9356-434d-a2e9-1d83d72199ce" providerId="ADAL" clId="{11B2D235-7DE7-46C4-92C1-74A90449B26B}" dt="2026-02-03T06:36:28.805" v="57" actId="1076"/>
          <ac:picMkLst>
            <pc:docMk/>
            <pc:sldMk cId="418145266" sldId="270"/>
            <ac:picMk id="18" creationId="{3882C68E-4983-4575-89D7-095839F7566D}"/>
          </ac:picMkLst>
        </pc:picChg>
        <pc:picChg chg="add mod">
          <ac:chgData name="Suryo Adi Putranto" userId="3d1180bd-9356-434d-a2e9-1d83d72199ce" providerId="ADAL" clId="{11B2D235-7DE7-46C4-92C1-74A90449B26B}" dt="2026-02-03T06:36:28.805" v="57" actId="1076"/>
          <ac:picMkLst>
            <pc:docMk/>
            <pc:sldMk cId="418145266" sldId="270"/>
            <ac:picMk id="19" creationId="{62078029-70E4-441D-9940-4FB1ACC13C2B}"/>
          </ac:picMkLst>
        </pc:picChg>
      </pc:sldChg>
      <pc:sldChg chg="addSp modSp add">
        <pc:chgData name="Suryo Adi Putranto" userId="3d1180bd-9356-434d-a2e9-1d83d72199ce" providerId="ADAL" clId="{11B2D235-7DE7-46C4-92C1-74A90449B26B}" dt="2026-02-03T06:38:51.063" v="69" actId="403"/>
        <pc:sldMkLst>
          <pc:docMk/>
          <pc:sldMk cId="594631963" sldId="271"/>
        </pc:sldMkLst>
        <pc:spChg chg="mod">
          <ac:chgData name="Suryo Adi Putranto" userId="3d1180bd-9356-434d-a2e9-1d83d72199ce" providerId="ADAL" clId="{11B2D235-7DE7-46C4-92C1-74A90449B26B}" dt="2026-02-03T06:38:51.063" v="69" actId="403"/>
          <ac:spMkLst>
            <pc:docMk/>
            <pc:sldMk cId="594631963" sldId="271"/>
            <ac:spMk id="3" creationId="{79488F4F-B85D-480E-A58C-9E174289005F}"/>
          </ac:spMkLst>
        </pc:spChg>
        <pc:picChg chg="add">
          <ac:chgData name="Suryo Adi Putranto" userId="3d1180bd-9356-434d-a2e9-1d83d72199ce" providerId="ADAL" clId="{11B2D235-7DE7-46C4-92C1-74A90449B26B}" dt="2026-02-03T06:36:46.688" v="58"/>
          <ac:picMkLst>
            <pc:docMk/>
            <pc:sldMk cId="594631963" sldId="271"/>
            <ac:picMk id="4" creationId="{25884477-5CDE-4C59-8E7D-9F7486CD179B}"/>
          </ac:picMkLst>
        </pc:picChg>
        <pc:picChg chg="add">
          <ac:chgData name="Suryo Adi Putranto" userId="3d1180bd-9356-434d-a2e9-1d83d72199ce" providerId="ADAL" clId="{11B2D235-7DE7-46C4-92C1-74A90449B26B}" dt="2026-02-03T06:36:46.688" v="58"/>
          <ac:picMkLst>
            <pc:docMk/>
            <pc:sldMk cId="594631963" sldId="271"/>
            <ac:picMk id="5" creationId="{993A57AD-6608-4CB5-A2D7-A96D97B242D2}"/>
          </ac:picMkLst>
        </pc:picChg>
        <pc:picChg chg="add">
          <ac:chgData name="Suryo Adi Putranto" userId="3d1180bd-9356-434d-a2e9-1d83d72199ce" providerId="ADAL" clId="{11B2D235-7DE7-46C4-92C1-74A90449B26B}" dt="2026-02-03T06:36:46.688" v="58"/>
          <ac:picMkLst>
            <pc:docMk/>
            <pc:sldMk cId="594631963" sldId="271"/>
            <ac:picMk id="6" creationId="{00DB47D9-AB69-4F77-83DB-E0E1899744F1}"/>
          </ac:picMkLst>
        </pc:picChg>
        <pc:picChg chg="add">
          <ac:chgData name="Suryo Adi Putranto" userId="3d1180bd-9356-434d-a2e9-1d83d72199ce" providerId="ADAL" clId="{11B2D235-7DE7-46C4-92C1-74A90449B26B}" dt="2026-02-03T06:36:46.688" v="58"/>
          <ac:picMkLst>
            <pc:docMk/>
            <pc:sldMk cId="594631963" sldId="271"/>
            <ac:picMk id="7" creationId="{468A10AA-6DC3-40A8-A0B9-40B1FAC7A003}"/>
          </ac:picMkLst>
        </pc:picChg>
        <pc:picChg chg="add">
          <ac:chgData name="Suryo Adi Putranto" userId="3d1180bd-9356-434d-a2e9-1d83d72199ce" providerId="ADAL" clId="{11B2D235-7DE7-46C4-92C1-74A90449B26B}" dt="2026-02-03T06:36:46.688" v="58"/>
          <ac:picMkLst>
            <pc:docMk/>
            <pc:sldMk cId="594631963" sldId="271"/>
            <ac:picMk id="8" creationId="{5D72D4BE-A624-491B-94B0-DDBFC8DC5180}"/>
          </ac:picMkLst>
        </pc:picChg>
        <pc:picChg chg="add">
          <ac:chgData name="Suryo Adi Putranto" userId="3d1180bd-9356-434d-a2e9-1d83d72199ce" providerId="ADAL" clId="{11B2D235-7DE7-46C4-92C1-74A90449B26B}" dt="2026-02-03T06:36:46.688" v="58"/>
          <ac:picMkLst>
            <pc:docMk/>
            <pc:sldMk cId="594631963" sldId="271"/>
            <ac:picMk id="9" creationId="{755EDDDD-3727-4F5D-AC2D-F0F4F169C103}"/>
          </ac:picMkLst>
        </pc:picChg>
        <pc:picChg chg="add">
          <ac:chgData name="Suryo Adi Putranto" userId="3d1180bd-9356-434d-a2e9-1d83d72199ce" providerId="ADAL" clId="{11B2D235-7DE7-46C4-92C1-74A90449B26B}" dt="2026-02-03T06:36:46.688" v="58"/>
          <ac:picMkLst>
            <pc:docMk/>
            <pc:sldMk cId="594631963" sldId="271"/>
            <ac:picMk id="10" creationId="{2B76861E-F5BB-4A65-996D-F30F7E2F6482}"/>
          </ac:picMkLst>
        </pc:picChg>
        <pc:picChg chg="add">
          <ac:chgData name="Suryo Adi Putranto" userId="3d1180bd-9356-434d-a2e9-1d83d72199ce" providerId="ADAL" clId="{11B2D235-7DE7-46C4-92C1-74A90449B26B}" dt="2026-02-03T06:36:46.688" v="58"/>
          <ac:picMkLst>
            <pc:docMk/>
            <pc:sldMk cId="594631963" sldId="271"/>
            <ac:picMk id="11" creationId="{D2A804C8-60B7-401A-AE7A-D651A4004B53}"/>
          </ac:picMkLst>
        </pc:picChg>
        <pc:picChg chg="add">
          <ac:chgData name="Suryo Adi Putranto" userId="3d1180bd-9356-434d-a2e9-1d83d72199ce" providerId="ADAL" clId="{11B2D235-7DE7-46C4-92C1-74A90449B26B}" dt="2026-02-03T06:36:46.688" v="58"/>
          <ac:picMkLst>
            <pc:docMk/>
            <pc:sldMk cId="594631963" sldId="271"/>
            <ac:picMk id="12" creationId="{2F9E4A0B-4DF3-4246-A50B-2E17A8122B76}"/>
          </ac:picMkLst>
        </pc:picChg>
        <pc:picChg chg="add">
          <ac:chgData name="Suryo Adi Putranto" userId="3d1180bd-9356-434d-a2e9-1d83d72199ce" providerId="ADAL" clId="{11B2D235-7DE7-46C4-92C1-74A90449B26B}" dt="2026-02-03T06:36:46.688" v="58"/>
          <ac:picMkLst>
            <pc:docMk/>
            <pc:sldMk cId="594631963" sldId="271"/>
            <ac:picMk id="13" creationId="{47EF4395-9C6E-4444-87BA-06077293C803}"/>
          </ac:picMkLst>
        </pc:picChg>
        <pc:picChg chg="add">
          <ac:chgData name="Suryo Adi Putranto" userId="3d1180bd-9356-434d-a2e9-1d83d72199ce" providerId="ADAL" clId="{11B2D235-7DE7-46C4-92C1-74A90449B26B}" dt="2026-02-03T06:36:46.688" v="58"/>
          <ac:picMkLst>
            <pc:docMk/>
            <pc:sldMk cId="594631963" sldId="271"/>
            <ac:picMk id="14" creationId="{4726446E-26B1-4859-8F9C-6658E4151DCA}"/>
          </ac:picMkLst>
        </pc:picChg>
        <pc:picChg chg="add">
          <ac:chgData name="Suryo Adi Putranto" userId="3d1180bd-9356-434d-a2e9-1d83d72199ce" providerId="ADAL" clId="{11B2D235-7DE7-46C4-92C1-74A90449B26B}" dt="2026-02-03T06:36:46.688" v="58"/>
          <ac:picMkLst>
            <pc:docMk/>
            <pc:sldMk cId="594631963" sldId="271"/>
            <ac:picMk id="15" creationId="{78133195-00ED-43EF-A01F-C3DAA8CF8EAA}"/>
          </ac:picMkLst>
        </pc:picChg>
        <pc:picChg chg="add">
          <ac:chgData name="Suryo Adi Putranto" userId="3d1180bd-9356-434d-a2e9-1d83d72199ce" providerId="ADAL" clId="{11B2D235-7DE7-46C4-92C1-74A90449B26B}" dt="2026-02-03T06:36:46.688" v="58"/>
          <ac:picMkLst>
            <pc:docMk/>
            <pc:sldMk cId="594631963" sldId="271"/>
            <ac:picMk id="16" creationId="{9F5E5A3F-7CA3-40C2-B5F5-CEFE80AC8791}"/>
          </ac:picMkLst>
        </pc:picChg>
        <pc:picChg chg="add">
          <ac:chgData name="Suryo Adi Putranto" userId="3d1180bd-9356-434d-a2e9-1d83d72199ce" providerId="ADAL" clId="{11B2D235-7DE7-46C4-92C1-74A90449B26B}" dt="2026-02-03T06:36:46.688" v="58"/>
          <ac:picMkLst>
            <pc:docMk/>
            <pc:sldMk cId="594631963" sldId="271"/>
            <ac:picMk id="17" creationId="{23521538-9359-4330-A7C5-59A7E1237126}"/>
          </ac:picMkLst>
        </pc:picChg>
        <pc:picChg chg="add">
          <ac:chgData name="Suryo Adi Putranto" userId="3d1180bd-9356-434d-a2e9-1d83d72199ce" providerId="ADAL" clId="{11B2D235-7DE7-46C4-92C1-74A90449B26B}" dt="2026-02-03T06:36:46.688" v="58"/>
          <ac:picMkLst>
            <pc:docMk/>
            <pc:sldMk cId="594631963" sldId="271"/>
            <ac:picMk id="18" creationId="{10820B53-D1C0-4CC3-9C3B-22AAC555E617}"/>
          </ac:picMkLst>
        </pc:picChg>
      </pc:sldChg>
      <pc:sldChg chg="modSp add">
        <pc:chgData name="Suryo Adi Putranto" userId="3d1180bd-9356-434d-a2e9-1d83d72199ce" providerId="ADAL" clId="{11B2D235-7DE7-46C4-92C1-74A90449B26B}" dt="2026-02-03T06:55:04.078" v="201" actId="20577"/>
        <pc:sldMkLst>
          <pc:docMk/>
          <pc:sldMk cId="3701357466" sldId="272"/>
        </pc:sldMkLst>
        <pc:spChg chg="mod">
          <ac:chgData name="Suryo Adi Putranto" userId="3d1180bd-9356-434d-a2e9-1d83d72199ce" providerId="ADAL" clId="{11B2D235-7DE7-46C4-92C1-74A90449B26B}" dt="2026-02-03T06:55:04.078" v="201" actId="20577"/>
          <ac:spMkLst>
            <pc:docMk/>
            <pc:sldMk cId="3701357466" sldId="272"/>
            <ac:spMk id="3" creationId="{B4E49D83-FC69-4670-B45C-1698E61986A3}"/>
          </ac:spMkLst>
        </pc:spChg>
      </pc:sldChg>
      <pc:sldChg chg="modSp add">
        <pc:chgData name="Suryo Adi Putranto" userId="3d1180bd-9356-434d-a2e9-1d83d72199ce" providerId="ADAL" clId="{11B2D235-7DE7-46C4-92C1-74A90449B26B}" dt="2026-02-03T06:43:30.145" v="91" actId="27636"/>
        <pc:sldMkLst>
          <pc:docMk/>
          <pc:sldMk cId="3952312865" sldId="273"/>
        </pc:sldMkLst>
        <pc:spChg chg="mod">
          <ac:chgData name="Suryo Adi Putranto" userId="3d1180bd-9356-434d-a2e9-1d83d72199ce" providerId="ADAL" clId="{11B2D235-7DE7-46C4-92C1-74A90449B26B}" dt="2026-02-03T06:43:30.145" v="91" actId="27636"/>
          <ac:spMkLst>
            <pc:docMk/>
            <pc:sldMk cId="3952312865" sldId="273"/>
            <ac:spMk id="3" creationId="{79488F4F-B85D-480E-A58C-9E174289005F}"/>
          </ac:spMkLst>
        </pc:spChg>
      </pc:sldChg>
      <pc:sldChg chg="addSp modSp add ord modAnim">
        <pc:chgData name="Suryo Adi Putranto" userId="3d1180bd-9356-434d-a2e9-1d83d72199ce" providerId="ADAL" clId="{11B2D235-7DE7-46C4-92C1-74A90449B26B}" dt="2026-02-04T03:16:44.010" v="314" actId="14100"/>
        <pc:sldMkLst>
          <pc:docMk/>
          <pc:sldMk cId="1899511965" sldId="274"/>
        </pc:sldMkLst>
        <pc:spChg chg="mod">
          <ac:chgData name="Suryo Adi Putranto" userId="3d1180bd-9356-434d-a2e9-1d83d72199ce" providerId="ADAL" clId="{11B2D235-7DE7-46C4-92C1-74A90449B26B}" dt="2026-02-04T03:16:34.598" v="312" actId="1076"/>
          <ac:spMkLst>
            <pc:docMk/>
            <pc:sldMk cId="1899511965" sldId="274"/>
            <ac:spMk id="8" creationId="{4FA4B4BC-428D-40EB-94A0-1EB28BEF1A15}"/>
          </ac:spMkLst>
        </pc:spChg>
        <pc:picChg chg="mod">
          <ac:chgData name="Suryo Adi Putranto" userId="3d1180bd-9356-434d-a2e9-1d83d72199ce" providerId="ADAL" clId="{11B2D235-7DE7-46C4-92C1-74A90449B26B}" dt="2026-02-04T03:16:21.241" v="311" actId="1076"/>
          <ac:picMkLst>
            <pc:docMk/>
            <pc:sldMk cId="1899511965" sldId="274"/>
            <ac:picMk id="3" creationId="{AD3137E4-D93E-49C6-9F4E-170F6C02F217}"/>
          </ac:picMkLst>
        </pc:picChg>
        <pc:picChg chg="mod">
          <ac:chgData name="Suryo Adi Putranto" userId="3d1180bd-9356-434d-a2e9-1d83d72199ce" providerId="ADAL" clId="{11B2D235-7DE7-46C4-92C1-74A90449B26B}" dt="2026-02-04T03:16:12.954" v="308" actId="1076"/>
          <ac:picMkLst>
            <pc:docMk/>
            <pc:sldMk cId="1899511965" sldId="274"/>
            <ac:picMk id="4" creationId="{B3B021C8-E251-44F1-843A-FF673FC9116E}"/>
          </ac:picMkLst>
        </pc:picChg>
        <pc:picChg chg="add mod">
          <ac:chgData name="Suryo Adi Putranto" userId="3d1180bd-9356-434d-a2e9-1d83d72199ce" providerId="ADAL" clId="{11B2D235-7DE7-46C4-92C1-74A90449B26B}" dt="2026-02-04T03:16:44.010" v="314" actId="14100"/>
          <ac:picMkLst>
            <pc:docMk/>
            <pc:sldMk cId="1899511965" sldId="274"/>
            <ac:picMk id="5" creationId="{F87BF000-E09E-47A6-86BB-CA4351952A50}"/>
          </ac:picMkLst>
        </pc:picChg>
      </pc:sldChg>
      <pc:sldChg chg="modSp add">
        <pc:chgData name="Suryo Adi Putranto" userId="3d1180bd-9356-434d-a2e9-1d83d72199ce" providerId="ADAL" clId="{11B2D235-7DE7-46C4-92C1-74A90449B26B}" dt="2026-02-03T06:58:19.180" v="260" actId="20577"/>
        <pc:sldMkLst>
          <pc:docMk/>
          <pc:sldMk cId="4027111472" sldId="275"/>
        </pc:sldMkLst>
        <pc:spChg chg="mod">
          <ac:chgData name="Suryo Adi Putranto" userId="3d1180bd-9356-434d-a2e9-1d83d72199ce" providerId="ADAL" clId="{11B2D235-7DE7-46C4-92C1-74A90449B26B}" dt="2026-02-03T06:58:19.180" v="260" actId="20577"/>
          <ac:spMkLst>
            <pc:docMk/>
            <pc:sldMk cId="4027111472" sldId="275"/>
            <ac:spMk id="3" creationId="{B4E49D83-FC69-4670-B45C-1698E61986A3}"/>
          </ac:spMkLst>
        </pc:spChg>
      </pc:sldChg>
      <pc:sldChg chg="addSp modSp add del">
        <pc:chgData name="Suryo Adi Putranto" userId="3d1180bd-9356-434d-a2e9-1d83d72199ce" providerId="ADAL" clId="{11B2D235-7DE7-46C4-92C1-74A90449B26B}" dt="2026-02-09T02:27:13.894" v="321" actId="2696"/>
        <pc:sldMkLst>
          <pc:docMk/>
          <pc:sldMk cId="3941466127" sldId="276"/>
        </pc:sldMkLst>
        <pc:spChg chg="add mod">
          <ac:chgData name="Suryo Adi Putranto" userId="3d1180bd-9356-434d-a2e9-1d83d72199ce" providerId="ADAL" clId="{11B2D235-7DE7-46C4-92C1-74A90449B26B}" dt="2026-02-04T03:27:19.992" v="316"/>
          <ac:spMkLst>
            <pc:docMk/>
            <pc:sldMk cId="3941466127" sldId="276"/>
            <ac:spMk id="2" creationId="{7196E1AB-079A-487E-A4D4-2FC8CD688C89}"/>
          </ac:spMkLst>
        </pc:spChg>
        <pc:spChg chg="add mod">
          <ac:chgData name="Suryo Adi Putranto" userId="3d1180bd-9356-434d-a2e9-1d83d72199ce" providerId="ADAL" clId="{11B2D235-7DE7-46C4-92C1-74A90449B26B}" dt="2026-02-04T03:27:19.992" v="316"/>
          <ac:spMkLst>
            <pc:docMk/>
            <pc:sldMk cId="3941466127" sldId="276"/>
            <ac:spMk id="3" creationId="{0B7B5A50-AB02-4BA8-BD35-46E07ADDA08C}"/>
          </ac:spMkLst>
        </pc:spChg>
      </pc:sldChg>
      <pc:sldChg chg="delSp add del">
        <pc:chgData name="Suryo Adi Putranto" userId="3d1180bd-9356-434d-a2e9-1d83d72199ce" providerId="ADAL" clId="{11B2D235-7DE7-46C4-92C1-74A90449B26B}" dt="2026-02-04T03:27:40.138" v="320" actId="478"/>
        <pc:sldMkLst>
          <pc:docMk/>
          <pc:sldMk cId="3866320094" sldId="320"/>
        </pc:sldMkLst>
        <pc:picChg chg="del">
          <ac:chgData name="Suryo Adi Putranto" userId="3d1180bd-9356-434d-a2e9-1d83d72199ce" providerId="ADAL" clId="{11B2D235-7DE7-46C4-92C1-74A90449B26B}" dt="2026-02-04T03:27:40.138" v="320" actId="478"/>
          <ac:picMkLst>
            <pc:docMk/>
            <pc:sldMk cId="3866320094" sldId="320"/>
            <ac:picMk id="8" creationId="{4B0EE91A-339F-0348-A8E1-FD34B15CABA8}"/>
          </ac:picMkLst>
        </pc:pic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25.emf"/></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81DAE-1F54-3B70-1981-C9CD175960CD}"/>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550A4EA-AFEB-99BA-E809-167D83E3E2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0" name="Picture 9" descr="A black text on a white background&#10;&#10;AI-generated content may be incorrect.">
            <a:extLst>
              <a:ext uri="{FF2B5EF4-FFF2-40B4-BE49-F238E27FC236}">
                <a16:creationId xmlns:a16="http://schemas.microsoft.com/office/drawing/2014/main" id="{27B95891-73E0-4576-B924-526551B0CE0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2461622" cy="724553"/>
          </a:xfrm>
          <a:prstGeom prst="rect">
            <a:avLst/>
          </a:prstGeom>
        </p:spPr>
      </p:pic>
      <p:pic>
        <p:nvPicPr>
          <p:cNvPr id="11" name="Picture 10" descr="A logo with a colorful arrow&#10;&#10;AI-generated content may be incorrect.">
            <a:extLst>
              <a:ext uri="{FF2B5EF4-FFF2-40B4-BE49-F238E27FC236}">
                <a16:creationId xmlns:a16="http://schemas.microsoft.com/office/drawing/2014/main" id="{200DF19C-01A0-4C8D-81B8-BB5FEA074DB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704059" y="0"/>
            <a:ext cx="2487941" cy="726101"/>
          </a:xfrm>
          <a:prstGeom prst="rect">
            <a:avLst/>
          </a:prstGeom>
        </p:spPr>
      </p:pic>
    </p:spTree>
    <p:extLst>
      <p:ext uri="{BB962C8B-B14F-4D97-AF65-F5344CB8AC3E}">
        <p14:creationId xmlns:p14="http://schemas.microsoft.com/office/powerpoint/2010/main" val="15170329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E6822-4BA6-79FD-89F7-028967F844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3D777D-53DA-F8BA-A213-5BFD359B34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descr="A logo with a colorful arrow&#10;&#10;AI-generated content may be incorrect.">
            <a:extLst>
              <a:ext uri="{FF2B5EF4-FFF2-40B4-BE49-F238E27FC236}">
                <a16:creationId xmlns:a16="http://schemas.microsoft.com/office/drawing/2014/main" id="{7EAAF40D-3F9F-453A-9D4C-C2F717AFCDC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04059" y="0"/>
            <a:ext cx="2487941" cy="726101"/>
          </a:xfrm>
          <a:prstGeom prst="rect">
            <a:avLst/>
          </a:prstGeom>
        </p:spPr>
      </p:pic>
    </p:spTree>
    <p:extLst>
      <p:ext uri="{BB962C8B-B14F-4D97-AF65-F5344CB8AC3E}">
        <p14:creationId xmlns:p14="http://schemas.microsoft.com/office/powerpoint/2010/main" val="38136644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6E9B15C3-2D3A-45C9-861A-078A646AC6D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6462" y="2892129"/>
            <a:ext cx="5315540" cy="4065512"/>
          </a:xfrm>
          <a:prstGeom prst="rect">
            <a:avLst/>
          </a:prstGeom>
        </p:spPr>
      </p:pic>
      <p:sp>
        <p:nvSpPr>
          <p:cNvPr id="8" name="Title demo text">
            <a:extLst>
              <a:ext uri="{FF2B5EF4-FFF2-40B4-BE49-F238E27FC236}">
                <a16:creationId xmlns:a16="http://schemas.microsoft.com/office/drawing/2014/main" id="{81098888-E286-4672-AB22-A107504F787B}"/>
              </a:ext>
            </a:extLst>
          </p:cNvPr>
          <p:cNvSpPr txBox="1"/>
          <p:nvPr userDrawn="1"/>
        </p:nvSpPr>
        <p:spPr>
          <a:xfrm>
            <a:off x="907230" y="2494965"/>
            <a:ext cx="9623325" cy="5165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5400" tIns="25400" rIns="25400" bIns="25400" anchor="ctr">
            <a:spAutoFit/>
          </a:bodyPr>
          <a:lstStyle>
            <a:defPPr>
              <a:defRPr lang="en-US"/>
            </a:defPPr>
            <a:lvl1pPr algn="ctr">
              <a:defRPr sz="2400" b="0" cap="all">
                <a:gradFill>
                  <a:gsLst>
                    <a:gs pos="0">
                      <a:srgbClr val="22A4D9"/>
                    </a:gs>
                    <a:gs pos="100000">
                      <a:srgbClr val="6EBC44"/>
                    </a:gs>
                  </a:gsLst>
                  <a:lin ang="0" scaled="0"/>
                </a:gradFill>
                <a:latin typeface="Aptos Black" panose="020F0502020204030204" pitchFamily="34" charset="0"/>
                <a:ea typeface="Futura-Black" panose="02020500000000000000" pitchFamily="18" charset="0"/>
                <a:cs typeface="Futura-Black" panose="02020500000000000000" pitchFamily="18" charset="0"/>
              </a:defRPr>
            </a:lvl1pPr>
          </a:lstStyle>
          <a:p>
            <a:pPr algn="r">
              <a:lnSpc>
                <a:spcPct val="70000"/>
              </a:lnSpc>
            </a:pPr>
            <a:r>
              <a:rPr lang="en-US" sz="4000" dirty="0">
                <a:solidFill>
                  <a:schemeClr val="tx1"/>
                </a:solidFill>
              </a:rPr>
              <a:t>THANK YOU</a:t>
            </a:r>
          </a:p>
        </p:txBody>
      </p:sp>
      <p:pic>
        <p:nvPicPr>
          <p:cNvPr id="9" name="Graphic 8">
            <a:extLst>
              <a:ext uri="{FF2B5EF4-FFF2-40B4-BE49-F238E27FC236}">
                <a16:creationId xmlns:a16="http://schemas.microsoft.com/office/drawing/2014/main" id="{27953E9F-CA55-48C4-87FD-C7E2E11D3AD6}"/>
              </a:ext>
            </a:extLst>
          </p:cNvPr>
          <p:cNvPicPr>
            <a:picLocks noChangeAspect="1"/>
          </p:cNvPicPr>
          <p:nvPr userDrawn="1"/>
        </p:nvPicPr>
        <p:blipFill>
          <a:blip r:embed="rId4">
            <a:extLst>
              <a:ext uri="{96DAC541-7B7A-43D3-8B79-37D633B846F1}">
                <asvg:svgBlip xmlns:asvg="http://schemas.microsoft.com/office/drawing/2016/SVG/main" r:embed="rId5"/>
              </a:ext>
            </a:extLst>
          </a:blip>
          <a:srcRect b="54836"/>
          <a:stretch/>
        </p:blipFill>
        <p:spPr>
          <a:xfrm>
            <a:off x="0" y="3760641"/>
            <a:ext cx="3680436" cy="3097359"/>
          </a:xfrm>
          <a:prstGeom prst="rect">
            <a:avLst/>
          </a:prstGeom>
        </p:spPr>
      </p:pic>
      <p:pic>
        <p:nvPicPr>
          <p:cNvPr id="10" name="Graphic 9">
            <a:extLst>
              <a:ext uri="{FF2B5EF4-FFF2-40B4-BE49-F238E27FC236}">
                <a16:creationId xmlns:a16="http://schemas.microsoft.com/office/drawing/2014/main" id="{A21866CC-BC7A-4BF8-9D09-B637807ACE17}"/>
              </a:ext>
            </a:extLst>
          </p:cNvPr>
          <p:cNvPicPr>
            <a:picLocks noChangeAspect="1"/>
          </p:cNvPicPr>
          <p:nvPr userDrawn="1"/>
        </p:nvPicPr>
        <p:blipFill>
          <a:blip r:embed="rId6">
            <a:extLst>
              <a:ext uri="{96DAC541-7B7A-43D3-8B79-37D633B846F1}">
                <asvg:svgBlip xmlns:asvg="http://schemas.microsoft.com/office/drawing/2016/SVG/main" r:embed="rId7"/>
              </a:ext>
            </a:extLst>
          </a:blip>
          <a:srcRect t="3810" b="56088"/>
          <a:stretch/>
        </p:blipFill>
        <p:spPr>
          <a:xfrm>
            <a:off x="2540263" y="4107740"/>
            <a:ext cx="3178629" cy="2750260"/>
          </a:xfrm>
          <a:prstGeom prst="rect">
            <a:avLst/>
          </a:prstGeom>
        </p:spPr>
      </p:pic>
      <p:pic>
        <p:nvPicPr>
          <p:cNvPr id="11" name="Picture 10" descr="A black text on a white background&#10;&#10;AI-generated content may be incorrect.">
            <a:extLst>
              <a:ext uri="{FF2B5EF4-FFF2-40B4-BE49-F238E27FC236}">
                <a16:creationId xmlns:a16="http://schemas.microsoft.com/office/drawing/2014/main" id="{CBA2E79C-A189-4F88-BCEE-5226D118A6D0}"/>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0" y="0"/>
            <a:ext cx="2461622" cy="724553"/>
          </a:xfrm>
          <a:prstGeom prst="rect">
            <a:avLst/>
          </a:prstGeom>
        </p:spPr>
      </p:pic>
      <p:pic>
        <p:nvPicPr>
          <p:cNvPr id="12" name="Picture 11" descr="A logo with a colorful arrow&#10;&#10;AI-generated content may be incorrect.">
            <a:extLst>
              <a:ext uri="{FF2B5EF4-FFF2-40B4-BE49-F238E27FC236}">
                <a16:creationId xmlns:a16="http://schemas.microsoft.com/office/drawing/2014/main" id="{85604284-1FEC-4657-9F03-7A4B7A5EB001}"/>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9704059" y="0"/>
            <a:ext cx="2487941" cy="726101"/>
          </a:xfrm>
          <a:prstGeom prst="rect">
            <a:avLst/>
          </a:prstGeom>
        </p:spPr>
      </p:pic>
    </p:spTree>
    <p:extLst>
      <p:ext uri="{BB962C8B-B14F-4D97-AF65-F5344CB8AC3E}">
        <p14:creationId xmlns:p14="http://schemas.microsoft.com/office/powerpoint/2010/main" val="47243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anim calcmode="lin" valueType="num">
                                      <p:cBhvr>
                                        <p:cTn id="8" dur="500" fill="hold"/>
                                        <p:tgtEl>
                                          <p:spTgt spid="8"/>
                                        </p:tgtEl>
                                        <p:attrNameLst>
                                          <p:attrName>ppt_x</p:attrName>
                                        </p:attrNameLst>
                                      </p:cBhvr>
                                      <p:tavLst>
                                        <p:tav tm="0">
                                          <p:val>
                                            <p:strVal val="#ppt_x"/>
                                          </p:val>
                                        </p:tav>
                                        <p:tav tm="100000">
                                          <p:val>
                                            <p:strVal val="#ppt_x"/>
                                          </p:val>
                                        </p:tav>
                                      </p:tavLst>
                                    </p:anim>
                                    <p:anim calcmode="lin" valueType="num">
                                      <p:cBhvr>
                                        <p:cTn id="9"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F3CAD-C2EA-683D-17CE-C4C18F9C75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CAA0D3-2616-E615-CAA6-0995B0C522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F3F3241-AAC7-CB5B-D8FB-2FCB88C5171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D6250B-DAFF-F2D1-24F8-999D54D10F77}"/>
              </a:ext>
            </a:extLst>
          </p:cNvPr>
          <p:cNvSpPr>
            <a:spLocks noGrp="1"/>
          </p:cNvSpPr>
          <p:nvPr>
            <p:ph type="dt" sz="half" idx="10"/>
          </p:nvPr>
        </p:nvSpPr>
        <p:spPr/>
        <p:txBody>
          <a:bodyPr/>
          <a:lstStyle/>
          <a:p>
            <a:fld id="{386B433C-F006-4B2C-8997-7EEAEFBFD4A4}" type="datetimeFigureOut">
              <a:rPr lang="en-US" smtClean="0"/>
              <a:t>2/9/2026</a:t>
            </a:fld>
            <a:endParaRPr lang="en-US"/>
          </a:p>
        </p:txBody>
      </p:sp>
      <p:sp>
        <p:nvSpPr>
          <p:cNvPr id="6" name="Footer Placeholder 5">
            <a:extLst>
              <a:ext uri="{FF2B5EF4-FFF2-40B4-BE49-F238E27FC236}">
                <a16:creationId xmlns:a16="http://schemas.microsoft.com/office/drawing/2014/main" id="{0D3A852E-A9E4-0B53-4846-B3BBA3AC11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68D62F-DE61-4FFB-EC36-65188EAC1B16}"/>
              </a:ext>
            </a:extLst>
          </p:cNvPr>
          <p:cNvSpPr>
            <a:spLocks noGrp="1"/>
          </p:cNvSpPr>
          <p:nvPr>
            <p:ph type="sldNum" sz="quarter" idx="12"/>
          </p:nvPr>
        </p:nvSpPr>
        <p:spPr/>
        <p:txBody>
          <a:bodyPr/>
          <a:lstStyle/>
          <a:p>
            <a:fld id="{FFB6408C-6EF3-4F13-83D3-918084473031}" type="slidenum">
              <a:rPr lang="en-US" smtClean="0"/>
              <a:t>‹#›</a:t>
            </a:fld>
            <a:endParaRPr lang="en-US"/>
          </a:p>
        </p:txBody>
      </p:sp>
    </p:spTree>
    <p:extLst>
      <p:ext uri="{BB962C8B-B14F-4D97-AF65-F5344CB8AC3E}">
        <p14:creationId xmlns:p14="http://schemas.microsoft.com/office/powerpoint/2010/main" val="2661298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9B360-8EF2-64C8-A385-E00234E36E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4BCF917-7CA6-BAB2-341B-40D85596D6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8D7D7D-6B20-1FF1-B206-17751DB83A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486CD9D-B88D-D8B1-3883-A28A604884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DD438F1-CC17-DDFF-8BA5-D626F08C2B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5927B47-2EF6-3426-6435-C562D644645B}"/>
              </a:ext>
            </a:extLst>
          </p:cNvPr>
          <p:cNvSpPr>
            <a:spLocks noGrp="1"/>
          </p:cNvSpPr>
          <p:nvPr>
            <p:ph type="dt" sz="half" idx="10"/>
          </p:nvPr>
        </p:nvSpPr>
        <p:spPr/>
        <p:txBody>
          <a:bodyPr/>
          <a:lstStyle/>
          <a:p>
            <a:fld id="{386B433C-F006-4B2C-8997-7EEAEFBFD4A4}" type="datetimeFigureOut">
              <a:rPr lang="en-US" smtClean="0"/>
              <a:t>2/9/2026</a:t>
            </a:fld>
            <a:endParaRPr lang="en-US"/>
          </a:p>
        </p:txBody>
      </p:sp>
      <p:sp>
        <p:nvSpPr>
          <p:cNvPr id="8" name="Footer Placeholder 7">
            <a:extLst>
              <a:ext uri="{FF2B5EF4-FFF2-40B4-BE49-F238E27FC236}">
                <a16:creationId xmlns:a16="http://schemas.microsoft.com/office/drawing/2014/main" id="{330F8709-4F20-B80E-E15D-E3ADE828FA9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0F5A62E-8BBB-2686-86B2-FA13DB15B672}"/>
              </a:ext>
            </a:extLst>
          </p:cNvPr>
          <p:cNvSpPr>
            <a:spLocks noGrp="1"/>
          </p:cNvSpPr>
          <p:nvPr>
            <p:ph type="sldNum" sz="quarter" idx="12"/>
          </p:nvPr>
        </p:nvSpPr>
        <p:spPr/>
        <p:txBody>
          <a:bodyPr/>
          <a:lstStyle/>
          <a:p>
            <a:fld id="{FFB6408C-6EF3-4F13-83D3-918084473031}" type="slidenum">
              <a:rPr lang="en-US" smtClean="0"/>
              <a:t>‹#›</a:t>
            </a:fld>
            <a:endParaRPr lang="en-US"/>
          </a:p>
        </p:txBody>
      </p:sp>
    </p:spTree>
    <p:extLst>
      <p:ext uri="{BB962C8B-B14F-4D97-AF65-F5344CB8AC3E}">
        <p14:creationId xmlns:p14="http://schemas.microsoft.com/office/powerpoint/2010/main" val="12792090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8A25C-72BD-70A3-3425-052D5E880A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CB3B4A-2580-8D8C-4080-01E1DF8F625C}"/>
              </a:ext>
            </a:extLst>
          </p:cNvPr>
          <p:cNvSpPr>
            <a:spLocks noGrp="1"/>
          </p:cNvSpPr>
          <p:nvPr>
            <p:ph type="dt" sz="half" idx="10"/>
          </p:nvPr>
        </p:nvSpPr>
        <p:spPr/>
        <p:txBody>
          <a:bodyPr/>
          <a:lstStyle/>
          <a:p>
            <a:fld id="{386B433C-F006-4B2C-8997-7EEAEFBFD4A4}" type="datetimeFigureOut">
              <a:rPr lang="en-US" smtClean="0"/>
              <a:t>2/9/2026</a:t>
            </a:fld>
            <a:endParaRPr lang="en-US"/>
          </a:p>
        </p:txBody>
      </p:sp>
      <p:sp>
        <p:nvSpPr>
          <p:cNvPr id="4" name="Footer Placeholder 3">
            <a:extLst>
              <a:ext uri="{FF2B5EF4-FFF2-40B4-BE49-F238E27FC236}">
                <a16:creationId xmlns:a16="http://schemas.microsoft.com/office/drawing/2014/main" id="{461BBD74-0D2F-96AD-62F6-66FA61D223F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23EE24-5FC7-492E-5AA1-D70BB63135E2}"/>
              </a:ext>
            </a:extLst>
          </p:cNvPr>
          <p:cNvSpPr>
            <a:spLocks noGrp="1"/>
          </p:cNvSpPr>
          <p:nvPr>
            <p:ph type="sldNum" sz="quarter" idx="12"/>
          </p:nvPr>
        </p:nvSpPr>
        <p:spPr/>
        <p:txBody>
          <a:bodyPr/>
          <a:lstStyle/>
          <a:p>
            <a:fld id="{FFB6408C-6EF3-4F13-83D3-918084473031}" type="slidenum">
              <a:rPr lang="en-US" smtClean="0"/>
              <a:t>‹#›</a:t>
            </a:fld>
            <a:endParaRPr lang="en-US"/>
          </a:p>
        </p:txBody>
      </p:sp>
    </p:spTree>
    <p:extLst>
      <p:ext uri="{BB962C8B-B14F-4D97-AF65-F5344CB8AC3E}">
        <p14:creationId xmlns:p14="http://schemas.microsoft.com/office/powerpoint/2010/main" val="888787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078CDC-AAFE-0427-2CC3-BDECF38F4FA2}"/>
              </a:ext>
            </a:extLst>
          </p:cNvPr>
          <p:cNvSpPr>
            <a:spLocks noGrp="1"/>
          </p:cNvSpPr>
          <p:nvPr>
            <p:ph type="dt" sz="half" idx="10"/>
          </p:nvPr>
        </p:nvSpPr>
        <p:spPr/>
        <p:txBody>
          <a:bodyPr/>
          <a:lstStyle/>
          <a:p>
            <a:fld id="{386B433C-F006-4B2C-8997-7EEAEFBFD4A4}" type="datetimeFigureOut">
              <a:rPr lang="en-US" smtClean="0"/>
              <a:t>2/9/2026</a:t>
            </a:fld>
            <a:endParaRPr lang="en-US"/>
          </a:p>
        </p:txBody>
      </p:sp>
      <p:sp>
        <p:nvSpPr>
          <p:cNvPr id="3" name="Footer Placeholder 2">
            <a:extLst>
              <a:ext uri="{FF2B5EF4-FFF2-40B4-BE49-F238E27FC236}">
                <a16:creationId xmlns:a16="http://schemas.microsoft.com/office/drawing/2014/main" id="{82C1BAB5-8F67-3353-96A2-1DB07A1F38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AC6A583-6D53-1C1D-A7AC-BA10556CEF8E}"/>
              </a:ext>
            </a:extLst>
          </p:cNvPr>
          <p:cNvSpPr>
            <a:spLocks noGrp="1"/>
          </p:cNvSpPr>
          <p:nvPr>
            <p:ph type="sldNum" sz="quarter" idx="12"/>
          </p:nvPr>
        </p:nvSpPr>
        <p:spPr/>
        <p:txBody>
          <a:bodyPr/>
          <a:lstStyle/>
          <a:p>
            <a:fld id="{FFB6408C-6EF3-4F13-83D3-918084473031}" type="slidenum">
              <a:rPr lang="en-US" smtClean="0"/>
              <a:t>‹#›</a:t>
            </a:fld>
            <a:endParaRPr lang="en-US"/>
          </a:p>
        </p:txBody>
      </p:sp>
    </p:spTree>
    <p:extLst>
      <p:ext uri="{BB962C8B-B14F-4D97-AF65-F5344CB8AC3E}">
        <p14:creationId xmlns:p14="http://schemas.microsoft.com/office/powerpoint/2010/main" val="41953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C8AFE-F2EF-14B8-906D-AF008412A8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E162EB-5F25-2AD5-AB97-BBB5AB2E30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6AE1D3D-106D-2600-22CE-EBFC5D127A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D12BBD-0CEB-263F-CE71-41C935D4DEC6}"/>
              </a:ext>
            </a:extLst>
          </p:cNvPr>
          <p:cNvSpPr>
            <a:spLocks noGrp="1"/>
          </p:cNvSpPr>
          <p:nvPr>
            <p:ph type="dt" sz="half" idx="10"/>
          </p:nvPr>
        </p:nvSpPr>
        <p:spPr/>
        <p:txBody>
          <a:bodyPr/>
          <a:lstStyle/>
          <a:p>
            <a:fld id="{386B433C-F006-4B2C-8997-7EEAEFBFD4A4}" type="datetimeFigureOut">
              <a:rPr lang="en-US" smtClean="0"/>
              <a:t>2/9/2026</a:t>
            </a:fld>
            <a:endParaRPr lang="en-US"/>
          </a:p>
        </p:txBody>
      </p:sp>
      <p:sp>
        <p:nvSpPr>
          <p:cNvPr id="6" name="Footer Placeholder 5">
            <a:extLst>
              <a:ext uri="{FF2B5EF4-FFF2-40B4-BE49-F238E27FC236}">
                <a16:creationId xmlns:a16="http://schemas.microsoft.com/office/drawing/2014/main" id="{38BE45B8-14A6-C015-0E35-EC1BD4E7C2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031AF2-DC3A-A70B-0419-1DE4E338B394}"/>
              </a:ext>
            </a:extLst>
          </p:cNvPr>
          <p:cNvSpPr>
            <a:spLocks noGrp="1"/>
          </p:cNvSpPr>
          <p:nvPr>
            <p:ph type="sldNum" sz="quarter" idx="12"/>
          </p:nvPr>
        </p:nvSpPr>
        <p:spPr/>
        <p:txBody>
          <a:bodyPr/>
          <a:lstStyle/>
          <a:p>
            <a:fld id="{FFB6408C-6EF3-4F13-83D3-918084473031}" type="slidenum">
              <a:rPr lang="en-US" smtClean="0"/>
              <a:t>‹#›</a:t>
            </a:fld>
            <a:endParaRPr lang="en-US"/>
          </a:p>
        </p:txBody>
      </p:sp>
    </p:spTree>
    <p:extLst>
      <p:ext uri="{BB962C8B-B14F-4D97-AF65-F5344CB8AC3E}">
        <p14:creationId xmlns:p14="http://schemas.microsoft.com/office/powerpoint/2010/main" val="3117489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B59B3-CB94-C6EB-83CA-81D7CD2635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05F7E5-0416-9B8E-F81A-FCCDB751DA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B2F1946-AB58-4EF2-5FB8-E8A34319F7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864B25-3B52-A709-9A28-ADACB3952240}"/>
              </a:ext>
            </a:extLst>
          </p:cNvPr>
          <p:cNvSpPr>
            <a:spLocks noGrp="1"/>
          </p:cNvSpPr>
          <p:nvPr>
            <p:ph type="dt" sz="half" idx="10"/>
          </p:nvPr>
        </p:nvSpPr>
        <p:spPr/>
        <p:txBody>
          <a:bodyPr/>
          <a:lstStyle/>
          <a:p>
            <a:fld id="{386B433C-F006-4B2C-8997-7EEAEFBFD4A4}" type="datetimeFigureOut">
              <a:rPr lang="en-US" smtClean="0"/>
              <a:t>2/9/2026</a:t>
            </a:fld>
            <a:endParaRPr lang="en-US"/>
          </a:p>
        </p:txBody>
      </p:sp>
      <p:sp>
        <p:nvSpPr>
          <p:cNvPr id="6" name="Footer Placeholder 5">
            <a:extLst>
              <a:ext uri="{FF2B5EF4-FFF2-40B4-BE49-F238E27FC236}">
                <a16:creationId xmlns:a16="http://schemas.microsoft.com/office/drawing/2014/main" id="{8356AC9D-0617-1670-D200-11EE1E1B7A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FC79A3-4234-654B-253B-126E16499C19}"/>
              </a:ext>
            </a:extLst>
          </p:cNvPr>
          <p:cNvSpPr>
            <a:spLocks noGrp="1"/>
          </p:cNvSpPr>
          <p:nvPr>
            <p:ph type="sldNum" sz="quarter" idx="12"/>
          </p:nvPr>
        </p:nvSpPr>
        <p:spPr/>
        <p:txBody>
          <a:bodyPr/>
          <a:lstStyle/>
          <a:p>
            <a:fld id="{FFB6408C-6EF3-4F13-83D3-918084473031}" type="slidenum">
              <a:rPr lang="en-US" smtClean="0"/>
              <a:t>‹#›</a:t>
            </a:fld>
            <a:endParaRPr lang="en-US"/>
          </a:p>
        </p:txBody>
      </p:sp>
    </p:spTree>
    <p:extLst>
      <p:ext uri="{BB962C8B-B14F-4D97-AF65-F5344CB8AC3E}">
        <p14:creationId xmlns:p14="http://schemas.microsoft.com/office/powerpoint/2010/main" val="571709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F68CA-2FC3-BDA9-7F9E-C60A73B509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36D92CB-EDD3-6E2D-00E3-235092B67B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D9A06B-5CE2-5E62-8B4C-DC6932E02E9C}"/>
              </a:ext>
            </a:extLst>
          </p:cNvPr>
          <p:cNvSpPr>
            <a:spLocks noGrp="1"/>
          </p:cNvSpPr>
          <p:nvPr>
            <p:ph type="dt" sz="half" idx="10"/>
          </p:nvPr>
        </p:nvSpPr>
        <p:spPr/>
        <p:txBody>
          <a:bodyPr/>
          <a:lstStyle/>
          <a:p>
            <a:fld id="{386B433C-F006-4B2C-8997-7EEAEFBFD4A4}" type="datetimeFigureOut">
              <a:rPr lang="en-US" smtClean="0"/>
              <a:t>2/9/2026</a:t>
            </a:fld>
            <a:endParaRPr lang="en-US"/>
          </a:p>
        </p:txBody>
      </p:sp>
      <p:sp>
        <p:nvSpPr>
          <p:cNvPr id="5" name="Footer Placeholder 4">
            <a:extLst>
              <a:ext uri="{FF2B5EF4-FFF2-40B4-BE49-F238E27FC236}">
                <a16:creationId xmlns:a16="http://schemas.microsoft.com/office/drawing/2014/main" id="{12A6B283-3D9D-1847-E401-DF80EC876E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C75DBA-0F79-B450-85BE-262FA6305314}"/>
              </a:ext>
            </a:extLst>
          </p:cNvPr>
          <p:cNvSpPr>
            <a:spLocks noGrp="1"/>
          </p:cNvSpPr>
          <p:nvPr>
            <p:ph type="sldNum" sz="quarter" idx="12"/>
          </p:nvPr>
        </p:nvSpPr>
        <p:spPr/>
        <p:txBody>
          <a:bodyPr/>
          <a:lstStyle/>
          <a:p>
            <a:fld id="{FFB6408C-6EF3-4F13-83D3-918084473031}" type="slidenum">
              <a:rPr lang="en-US" smtClean="0"/>
              <a:t>‹#›</a:t>
            </a:fld>
            <a:endParaRPr lang="en-US"/>
          </a:p>
        </p:txBody>
      </p:sp>
    </p:spTree>
    <p:extLst>
      <p:ext uri="{BB962C8B-B14F-4D97-AF65-F5344CB8AC3E}">
        <p14:creationId xmlns:p14="http://schemas.microsoft.com/office/powerpoint/2010/main" val="423049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71A073-3815-9F59-24D3-4813D85F8C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B5FD713-1583-FB54-4774-EA74A1187B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F8F8F4-8F20-4007-463D-9E0BB25326BA}"/>
              </a:ext>
            </a:extLst>
          </p:cNvPr>
          <p:cNvSpPr>
            <a:spLocks noGrp="1"/>
          </p:cNvSpPr>
          <p:nvPr>
            <p:ph type="dt" sz="half" idx="10"/>
          </p:nvPr>
        </p:nvSpPr>
        <p:spPr/>
        <p:txBody>
          <a:bodyPr/>
          <a:lstStyle/>
          <a:p>
            <a:fld id="{386B433C-F006-4B2C-8997-7EEAEFBFD4A4}" type="datetimeFigureOut">
              <a:rPr lang="en-US" smtClean="0"/>
              <a:t>2/9/2026</a:t>
            </a:fld>
            <a:endParaRPr lang="en-US"/>
          </a:p>
        </p:txBody>
      </p:sp>
      <p:sp>
        <p:nvSpPr>
          <p:cNvPr id="5" name="Footer Placeholder 4">
            <a:extLst>
              <a:ext uri="{FF2B5EF4-FFF2-40B4-BE49-F238E27FC236}">
                <a16:creationId xmlns:a16="http://schemas.microsoft.com/office/drawing/2014/main" id="{0FDA705E-5F37-1B9B-771D-ABCE9413C2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CBD816-85BD-605F-D2AB-7E779E10DFEE}"/>
              </a:ext>
            </a:extLst>
          </p:cNvPr>
          <p:cNvSpPr>
            <a:spLocks noGrp="1"/>
          </p:cNvSpPr>
          <p:nvPr>
            <p:ph type="sldNum" sz="quarter" idx="12"/>
          </p:nvPr>
        </p:nvSpPr>
        <p:spPr/>
        <p:txBody>
          <a:bodyPr/>
          <a:lstStyle/>
          <a:p>
            <a:fld id="{FFB6408C-6EF3-4F13-83D3-918084473031}" type="slidenum">
              <a:rPr lang="en-US" smtClean="0"/>
              <a:t>‹#›</a:t>
            </a:fld>
            <a:endParaRPr lang="en-US"/>
          </a:p>
        </p:txBody>
      </p:sp>
    </p:spTree>
    <p:extLst>
      <p:ext uri="{BB962C8B-B14F-4D97-AF65-F5344CB8AC3E}">
        <p14:creationId xmlns:p14="http://schemas.microsoft.com/office/powerpoint/2010/main" val="1486274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2B3A41-06C0-1FA4-0299-E9685468F2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7B0258-73CD-89F2-AB7D-70186F0D7A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3570B3-F7B3-66E0-6E13-235C36E3E5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86B433C-F006-4B2C-8997-7EEAEFBFD4A4}" type="datetimeFigureOut">
              <a:rPr lang="en-US" smtClean="0"/>
              <a:t>2/9/2026</a:t>
            </a:fld>
            <a:endParaRPr lang="en-US"/>
          </a:p>
        </p:txBody>
      </p:sp>
      <p:sp>
        <p:nvSpPr>
          <p:cNvPr id="5" name="Footer Placeholder 4">
            <a:extLst>
              <a:ext uri="{FF2B5EF4-FFF2-40B4-BE49-F238E27FC236}">
                <a16:creationId xmlns:a16="http://schemas.microsoft.com/office/drawing/2014/main" id="{4C53E54C-8D11-69F2-AA2A-BDB15A0807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2267711-9F78-6634-D27A-40F44C5AB0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B6408C-6EF3-4F13-83D3-918084473031}" type="slidenum">
              <a:rPr lang="en-US" smtClean="0"/>
              <a:t>‹#›</a:t>
            </a:fld>
            <a:endParaRPr lang="en-US"/>
          </a:p>
        </p:txBody>
      </p:sp>
    </p:spTree>
    <p:extLst>
      <p:ext uri="{BB962C8B-B14F-4D97-AF65-F5344CB8AC3E}">
        <p14:creationId xmlns:p14="http://schemas.microsoft.com/office/powerpoint/2010/main" val="19524279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svg"/></Relationships>
</file>

<file path=ppt/slides/_rels/slide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microsoft.com/office/2007/relationships/media" Target="../media/media2.mp4"/><Relationship Id="rId7" Type="http://schemas.openxmlformats.org/officeDocument/2006/relationships/image" Target="../media/image22.png"/><Relationship Id="rId2" Type="http://schemas.microsoft.com/office/2007/relationships/media" Target="../media/media1.mp4"/><Relationship Id="rId1" Type="http://schemas.openxmlformats.org/officeDocument/2006/relationships/video" Target="NULL" TargetMode="External"/><Relationship Id="rId6" Type="http://schemas.openxmlformats.org/officeDocument/2006/relationships/image" Target="../media/image21.png"/><Relationship Id="rId5" Type="http://schemas.openxmlformats.org/officeDocument/2006/relationships/slideLayout" Target="../slideLayouts/slideLayout2.xml"/><Relationship Id="rId4" Type="http://schemas.openxmlformats.org/officeDocument/2006/relationships/video" Target="../media/media2.mp4"/></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4.emf"/><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slideLayout" Target="../slideLayouts/slideLayout7.xml"/><Relationship Id="rId7" Type="http://schemas.openxmlformats.org/officeDocument/2006/relationships/image" Target="../media/image27.png"/><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image" Target="../media/image26.png"/><Relationship Id="rId11" Type="http://schemas.openxmlformats.org/officeDocument/2006/relationships/image" Target="../media/image29.png"/><Relationship Id="rId5" Type="http://schemas.openxmlformats.org/officeDocument/2006/relationships/image" Target="../media/image25.emf"/><Relationship Id="rId10" Type="http://schemas.openxmlformats.org/officeDocument/2006/relationships/image" Target="../media/image28.png"/><Relationship Id="rId4" Type="http://schemas.openxmlformats.org/officeDocument/2006/relationships/oleObject" Target="../embeddings/oleObject1.bin"/><Relationship Id="rId9"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3EA0506-5D34-4444-9442-3F8986139DD8}"/>
              </a:ext>
            </a:extLst>
          </p:cNvPr>
          <p:cNvSpPr/>
          <p:nvPr/>
        </p:nvSpPr>
        <p:spPr>
          <a:xfrm>
            <a:off x="0" y="6262048"/>
            <a:ext cx="12192001" cy="595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95758">
              <a:defRPr/>
            </a:pPr>
            <a:endParaRPr lang="en-US" sz="1567">
              <a:solidFill>
                <a:prstClr val="white"/>
              </a:solidFill>
            </a:endParaRPr>
          </a:p>
        </p:txBody>
      </p:sp>
      <p:pic>
        <p:nvPicPr>
          <p:cNvPr id="6" name="Picture 5">
            <a:extLst>
              <a:ext uri="{FF2B5EF4-FFF2-40B4-BE49-F238E27FC236}">
                <a16:creationId xmlns:a16="http://schemas.microsoft.com/office/drawing/2014/main" id="{CA7E547E-3904-4AF3-932C-563E7C48063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42997"/>
            <a:ext cx="1572544" cy="715003"/>
          </a:xfrm>
          <a:prstGeom prst="rect">
            <a:avLst/>
          </a:prstGeom>
        </p:spPr>
      </p:pic>
      <p:pic>
        <p:nvPicPr>
          <p:cNvPr id="7" name="Graphic 12">
            <a:extLst>
              <a:ext uri="{FF2B5EF4-FFF2-40B4-BE49-F238E27FC236}">
                <a16:creationId xmlns:a16="http://schemas.microsoft.com/office/drawing/2014/main" id="{2F56688F-7B9D-4677-BB69-6E47B7900C4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53365" y="6348730"/>
            <a:ext cx="410076" cy="402912"/>
          </a:xfrm>
          <a:prstGeom prst="rect">
            <a:avLst/>
          </a:prstGeom>
        </p:spPr>
      </p:pic>
      <p:sp>
        <p:nvSpPr>
          <p:cNvPr id="8" name="Title 1">
            <a:extLst>
              <a:ext uri="{FF2B5EF4-FFF2-40B4-BE49-F238E27FC236}">
                <a16:creationId xmlns:a16="http://schemas.microsoft.com/office/drawing/2014/main" id="{9469D48F-949C-41FF-B747-410097B87FA3}"/>
              </a:ext>
            </a:extLst>
          </p:cNvPr>
          <p:cNvSpPr txBox="1">
            <a:spLocks/>
          </p:cNvSpPr>
          <p:nvPr/>
        </p:nvSpPr>
        <p:spPr>
          <a:xfrm>
            <a:off x="2667000" y="927944"/>
            <a:ext cx="6858000" cy="1538867"/>
          </a:xfrm>
          <a:prstGeom prst="rect">
            <a:avLst/>
          </a:prstGeom>
        </p:spPr>
        <p:txBody>
          <a:bodyPr anchor="b"/>
          <a:lstStyle>
            <a:lvl1pPr algn="ctr" defTabSz="914400" rtl="0" eaLnBrk="1" latinLnBrk="0" hangingPunct="1">
              <a:spcBef>
                <a:spcPct val="0"/>
              </a:spcBef>
              <a:buNone/>
              <a:defRPr sz="6000" kern="1200">
                <a:solidFill>
                  <a:schemeClr val="tx1"/>
                </a:solidFill>
                <a:latin typeface="+mj-lt"/>
                <a:ea typeface="+mj-ea"/>
                <a:cs typeface="+mj-cs"/>
              </a:defRPr>
            </a:lvl1pPr>
          </a:lstStyle>
          <a:p>
            <a:r>
              <a:rPr lang="en-US" sz="2800" dirty="0">
                <a:latin typeface="Futura Md BT"/>
                <a:cs typeface="Arial" panose="020B0604020202020204" pitchFamily="34" charset="0"/>
              </a:rPr>
              <a:t>STUDI IDENTIFIKASI ALIRAN FLUIDA DI LUBANG SUMUR MENGGUNAKAN </a:t>
            </a:r>
            <a:r>
              <a:rPr lang="en-US" sz="4000" dirty="0" err="1">
                <a:latin typeface="Elephant" panose="02020904090505020303" pitchFamily="18" charset="0"/>
                <a:cs typeface="Arial" panose="020B0604020202020204" pitchFamily="34" charset="0"/>
              </a:rPr>
              <a:t>pert</a:t>
            </a:r>
            <a:r>
              <a:rPr lang="en-US" sz="4000" dirty="0" err="1">
                <a:solidFill>
                  <a:srgbClr val="FF0000"/>
                </a:solidFill>
                <a:latin typeface="Futura Md BT"/>
                <a:cs typeface="Arial" panose="020B0604020202020204" pitchFamily="34" charset="0"/>
              </a:rPr>
              <a:t>A</a:t>
            </a:r>
            <a:r>
              <a:rPr lang="en-US" sz="4000" dirty="0" err="1">
                <a:latin typeface="Elephant" panose="02020904090505020303" pitchFamily="18" charset="0"/>
                <a:cs typeface="Arial" panose="020B0604020202020204" pitchFamily="34" charset="0"/>
              </a:rPr>
              <a:t>coustic</a:t>
            </a:r>
            <a:endParaRPr lang="en-US" sz="2800" dirty="0">
              <a:latin typeface="Elephant" panose="02020904090505020303" pitchFamily="18" charset="0"/>
              <a:cs typeface="Arial" panose="020B0604020202020204" pitchFamily="34" charset="0"/>
            </a:endParaRPr>
          </a:p>
        </p:txBody>
      </p:sp>
      <p:sp>
        <p:nvSpPr>
          <p:cNvPr id="9" name="Subtitle 2">
            <a:extLst>
              <a:ext uri="{FF2B5EF4-FFF2-40B4-BE49-F238E27FC236}">
                <a16:creationId xmlns:a16="http://schemas.microsoft.com/office/drawing/2014/main" id="{9B675475-2251-490A-9D3A-F6311E849A3F}"/>
              </a:ext>
            </a:extLst>
          </p:cNvPr>
          <p:cNvSpPr txBox="1">
            <a:spLocks/>
          </p:cNvSpPr>
          <p:nvPr/>
        </p:nvSpPr>
        <p:spPr>
          <a:xfrm>
            <a:off x="2510643" y="5093728"/>
            <a:ext cx="6858000" cy="1182316"/>
          </a:xfrm>
          <a:prstGeom prst="rect">
            <a:avLst/>
          </a:prstGeom>
        </p:spPr>
        <p:txBody>
          <a:bodyPr/>
          <a:lstStyle>
            <a:lvl1pPr marL="0" indent="0" algn="ctr" defTabSz="914400" rtl="0" eaLnBrk="1" latinLnBrk="0" hangingPunct="1">
              <a:spcBef>
                <a:spcPct val="20000"/>
              </a:spcBef>
              <a:buFont typeface="Arial" pitchFamily="34" charset="0"/>
              <a:buNone/>
              <a:defRPr sz="2400" kern="1200">
                <a:solidFill>
                  <a:schemeClr val="tx1"/>
                </a:solidFill>
                <a:latin typeface="+mn-lt"/>
                <a:ea typeface="+mn-ea"/>
                <a:cs typeface="+mn-cs"/>
              </a:defRPr>
            </a:lvl1pPr>
            <a:lvl2pPr marL="457200" indent="0" algn="ctr" defTabSz="914400" rtl="0" eaLnBrk="1" latinLnBrk="0" hangingPunct="1">
              <a:spcBef>
                <a:spcPct val="20000"/>
              </a:spcBef>
              <a:buFont typeface="Arial" pitchFamily="34" charset="0"/>
              <a:buNone/>
              <a:defRPr sz="2000" kern="1200">
                <a:solidFill>
                  <a:schemeClr val="tx1"/>
                </a:solidFill>
                <a:latin typeface="+mn-lt"/>
                <a:ea typeface="+mn-ea"/>
                <a:cs typeface="+mn-cs"/>
              </a:defRPr>
            </a:lvl2pPr>
            <a:lvl3pPr marL="914400" indent="0" algn="ctr" defTabSz="914400" rtl="0" eaLnBrk="1" latinLnBrk="0" hangingPunct="1">
              <a:spcBef>
                <a:spcPct val="20000"/>
              </a:spcBef>
              <a:buFont typeface="Arial" pitchFamily="34" charset="0"/>
              <a:buNone/>
              <a:defRPr sz="1800" kern="1200">
                <a:solidFill>
                  <a:schemeClr val="tx1"/>
                </a:solidFill>
                <a:latin typeface="+mn-lt"/>
                <a:ea typeface="+mn-ea"/>
                <a:cs typeface="+mn-cs"/>
              </a:defRPr>
            </a:lvl3pPr>
            <a:lvl4pPr marL="1371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5pPr>
            <a:lvl6pPr marL="22860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7pPr>
            <a:lvl8pPr marL="32004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solidFill>
                <a:latin typeface="+mn-lt"/>
                <a:ea typeface="+mn-ea"/>
                <a:cs typeface="+mn-cs"/>
              </a:defRPr>
            </a:lvl9pPr>
          </a:lstStyle>
          <a:p>
            <a:r>
              <a:rPr lang="en-US" sz="2000" dirty="0">
                <a:latin typeface="Futura Md BT"/>
                <a:cs typeface="Arial" panose="020B0604020202020204" pitchFamily="34" charset="0"/>
              </a:rPr>
              <a:t>[Jakarta &amp; 4 Feb 2026]</a:t>
            </a:r>
          </a:p>
          <a:p>
            <a:endParaRPr lang="en-US" sz="2000" dirty="0">
              <a:latin typeface="Futura Md BT"/>
              <a:cs typeface="Arial" panose="020B0604020202020204" pitchFamily="34" charset="0"/>
            </a:endParaRPr>
          </a:p>
          <a:p>
            <a:r>
              <a:rPr lang="en-US" sz="2000" dirty="0">
                <a:latin typeface="Futura Md BT"/>
                <a:cs typeface="Arial" panose="020B0604020202020204" pitchFamily="34" charset="0"/>
              </a:rPr>
              <a:t>INNOVATION RESERVOIR &amp; PRODUCTION</a:t>
            </a:r>
          </a:p>
        </p:txBody>
      </p:sp>
      <p:grpSp>
        <p:nvGrpSpPr>
          <p:cNvPr id="11" name="Group 10">
            <a:extLst>
              <a:ext uri="{FF2B5EF4-FFF2-40B4-BE49-F238E27FC236}">
                <a16:creationId xmlns:a16="http://schemas.microsoft.com/office/drawing/2014/main" id="{368A7B57-252A-44E9-84C3-169E46489CFC}"/>
              </a:ext>
            </a:extLst>
          </p:cNvPr>
          <p:cNvGrpSpPr/>
          <p:nvPr/>
        </p:nvGrpSpPr>
        <p:grpSpPr>
          <a:xfrm>
            <a:off x="551327" y="580552"/>
            <a:ext cx="659959" cy="5562445"/>
            <a:chOff x="2209591" y="206618"/>
            <a:chExt cx="659959" cy="5858821"/>
          </a:xfrm>
        </p:grpSpPr>
        <p:pic>
          <p:nvPicPr>
            <p:cNvPr id="12" name="Picture 11">
              <a:extLst>
                <a:ext uri="{FF2B5EF4-FFF2-40B4-BE49-F238E27FC236}">
                  <a16:creationId xmlns:a16="http://schemas.microsoft.com/office/drawing/2014/main" id="{70E5BE2B-85FC-4D07-9A1F-65D144A32EB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09591" y="206618"/>
              <a:ext cx="659959" cy="5858821"/>
            </a:xfrm>
            <a:prstGeom prst="rect">
              <a:avLst/>
            </a:prstGeom>
          </p:spPr>
        </p:pic>
        <p:pic>
          <p:nvPicPr>
            <p:cNvPr id="13" name="Picture 12">
              <a:extLst>
                <a:ext uri="{FF2B5EF4-FFF2-40B4-BE49-F238E27FC236}">
                  <a16:creationId xmlns:a16="http://schemas.microsoft.com/office/drawing/2014/main" id="{E85B4B32-3FB8-4694-8B45-0A5758F1D7BF}"/>
                </a:ext>
              </a:extLst>
            </p:cNvPr>
            <p:cNvPicPr>
              <a:picLocks noChangeAspect="1"/>
            </p:cNvPicPr>
            <p:nvPr/>
          </p:nvPicPr>
          <p:blipFill>
            <a:blip r:embed="rId6"/>
            <a:stretch>
              <a:fillRect/>
            </a:stretch>
          </p:blipFill>
          <p:spPr>
            <a:xfrm>
              <a:off x="2355999" y="3100019"/>
              <a:ext cx="369728" cy="719291"/>
            </a:xfrm>
            <a:prstGeom prst="rect">
              <a:avLst/>
            </a:prstGeom>
          </p:spPr>
        </p:pic>
        <p:sp>
          <p:nvSpPr>
            <p:cNvPr id="14" name="Rectangle 13">
              <a:extLst>
                <a:ext uri="{FF2B5EF4-FFF2-40B4-BE49-F238E27FC236}">
                  <a16:creationId xmlns:a16="http://schemas.microsoft.com/office/drawing/2014/main" id="{CD940D5B-588F-4F00-A045-109560BD8625}"/>
                </a:ext>
              </a:extLst>
            </p:cNvPr>
            <p:cNvSpPr/>
            <p:nvPr/>
          </p:nvSpPr>
          <p:spPr>
            <a:xfrm rot="16200000">
              <a:off x="1098576" y="2336517"/>
              <a:ext cx="2802562" cy="523220"/>
            </a:xfrm>
            <a:prstGeom prst="rect">
              <a:avLst/>
            </a:prstGeom>
            <a:noFill/>
          </p:spPr>
          <p:txBody>
            <a:bodyPr wrap="square" lIns="91440" tIns="45720" rIns="91440" bIns="45720">
              <a:spAutoFit/>
            </a:bodyPr>
            <a:lstStyle/>
            <a:p>
              <a:pPr algn="ctr"/>
              <a:r>
                <a:rPr lang="en-US" sz="2800" dirty="0" err="1">
                  <a:ln w="0"/>
                  <a:effectLst>
                    <a:outerShdw blurRad="38100" dist="25400" dir="5400000" algn="ctr" rotWithShape="0">
                      <a:srgbClr val="6E747A">
                        <a:alpha val="43000"/>
                      </a:srgbClr>
                    </a:outerShdw>
                  </a:effectLst>
                </a:rPr>
                <a:t>pertAcoustic</a:t>
              </a:r>
              <a:endParaRPr lang="en-US" sz="2800" b="0" cap="none" spc="0" dirty="0">
                <a:ln w="0"/>
                <a:effectLst>
                  <a:outerShdw blurRad="38100" dist="25400" dir="5400000" algn="ctr" rotWithShape="0">
                    <a:srgbClr val="6E747A">
                      <a:alpha val="43000"/>
                    </a:srgbClr>
                  </a:outerShdw>
                </a:effectLst>
              </a:endParaRPr>
            </a:p>
          </p:txBody>
        </p:sp>
      </p:grpSp>
      <p:pic>
        <p:nvPicPr>
          <p:cNvPr id="15" name="Picture 14">
            <a:extLst>
              <a:ext uri="{FF2B5EF4-FFF2-40B4-BE49-F238E27FC236}">
                <a16:creationId xmlns:a16="http://schemas.microsoft.com/office/drawing/2014/main" id="{A3178046-CAD5-407B-B395-2B0EE653E02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43840" y="2523726"/>
            <a:ext cx="3334213" cy="2222809"/>
          </a:xfrm>
          <a:prstGeom prst="roundRect">
            <a:avLst/>
          </a:prstGeom>
        </p:spPr>
      </p:pic>
    </p:spTree>
    <p:extLst>
      <p:ext uri="{BB962C8B-B14F-4D97-AF65-F5344CB8AC3E}">
        <p14:creationId xmlns:p14="http://schemas.microsoft.com/office/powerpoint/2010/main" val="20137203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881DE-16E0-4180-900D-8D4A68D70007}"/>
              </a:ext>
            </a:extLst>
          </p:cNvPr>
          <p:cNvSpPr>
            <a:spLocks noGrp="1"/>
          </p:cNvSpPr>
          <p:nvPr>
            <p:ph type="title"/>
          </p:nvPr>
        </p:nvSpPr>
        <p:spPr>
          <a:xfrm>
            <a:off x="399672" y="534686"/>
            <a:ext cx="10954128" cy="827834"/>
          </a:xfrm>
        </p:spPr>
        <p:txBody>
          <a:bodyPr/>
          <a:lstStyle/>
          <a:p>
            <a:r>
              <a:rPr lang="en-US" dirty="0"/>
              <a:t>1. </a:t>
            </a:r>
            <a:r>
              <a:rPr lang="en-US" dirty="0" err="1"/>
              <a:t>Latar</a:t>
            </a:r>
            <a:r>
              <a:rPr lang="en-US" dirty="0"/>
              <a:t> Belakang</a:t>
            </a:r>
          </a:p>
        </p:txBody>
      </p:sp>
      <p:sp>
        <p:nvSpPr>
          <p:cNvPr id="3" name="Content Placeholder 2">
            <a:extLst>
              <a:ext uri="{FF2B5EF4-FFF2-40B4-BE49-F238E27FC236}">
                <a16:creationId xmlns:a16="http://schemas.microsoft.com/office/drawing/2014/main" id="{79488F4F-B85D-480E-A58C-9E174289005F}"/>
              </a:ext>
            </a:extLst>
          </p:cNvPr>
          <p:cNvSpPr>
            <a:spLocks noGrp="1"/>
          </p:cNvSpPr>
          <p:nvPr>
            <p:ph idx="1"/>
          </p:nvPr>
        </p:nvSpPr>
        <p:spPr>
          <a:xfrm>
            <a:off x="530881" y="1533090"/>
            <a:ext cx="10954128" cy="3466293"/>
          </a:xfrm>
        </p:spPr>
        <p:txBody>
          <a:bodyPr>
            <a:normAutofit/>
          </a:bodyPr>
          <a:lstStyle/>
          <a:p>
            <a:pPr algn="just"/>
            <a:r>
              <a:rPr lang="en-US" dirty="0"/>
              <a:t>Masalah well integrity pada sumur mature yang </a:t>
            </a:r>
            <a:r>
              <a:rPr lang="en-US" dirty="0" err="1"/>
              <a:t>semakin</a:t>
            </a:r>
            <a:r>
              <a:rPr lang="en-US" dirty="0"/>
              <a:t> </a:t>
            </a:r>
            <a:r>
              <a:rPr lang="en-US" dirty="0" err="1"/>
              <a:t>kompleks</a:t>
            </a:r>
            <a:endParaRPr lang="en-US" dirty="0"/>
          </a:p>
          <a:p>
            <a:pPr algn="just"/>
            <a:r>
              <a:rPr lang="en-US" dirty="0" err="1"/>
              <a:t>Keterbatasan</a:t>
            </a:r>
            <a:r>
              <a:rPr lang="en-US" dirty="0"/>
              <a:t> </a:t>
            </a:r>
            <a:r>
              <a:rPr lang="en-US" dirty="0" err="1"/>
              <a:t>alat</a:t>
            </a:r>
            <a:r>
              <a:rPr lang="en-US" dirty="0"/>
              <a:t> </a:t>
            </a:r>
            <a:r>
              <a:rPr lang="en-US" dirty="0" err="1"/>
              <a:t>komersial</a:t>
            </a:r>
            <a:r>
              <a:rPr lang="en-US" dirty="0"/>
              <a:t> dalam </a:t>
            </a:r>
            <a:r>
              <a:rPr lang="en-US" dirty="0" err="1"/>
              <a:t>sensitivitas</a:t>
            </a:r>
            <a:r>
              <a:rPr lang="en-US" dirty="0"/>
              <a:t>, </a:t>
            </a:r>
            <a:r>
              <a:rPr lang="en-US" dirty="0" err="1"/>
              <a:t>akurasi</a:t>
            </a:r>
            <a:r>
              <a:rPr lang="en-US" dirty="0"/>
              <a:t>, dan </a:t>
            </a:r>
            <a:r>
              <a:rPr lang="en-US" dirty="0" err="1"/>
              <a:t>adaptasi</a:t>
            </a:r>
            <a:endParaRPr lang="en-US" dirty="0"/>
          </a:p>
          <a:p>
            <a:pPr algn="just"/>
            <a:r>
              <a:rPr lang="en-US" dirty="0"/>
              <a:t>Kebutuhan </a:t>
            </a:r>
            <a:r>
              <a:rPr lang="en-US" dirty="0" err="1"/>
              <a:t>memperoleh</a:t>
            </a:r>
            <a:r>
              <a:rPr lang="en-US" dirty="0"/>
              <a:t> data diagnosis leak yang lebih </a:t>
            </a:r>
            <a:r>
              <a:rPr lang="en-US" dirty="0" err="1"/>
              <a:t>presisi</a:t>
            </a:r>
            <a:r>
              <a:rPr lang="en-US" dirty="0"/>
              <a:t>, cepat, dan </a:t>
            </a:r>
            <a:r>
              <a:rPr lang="en-US" dirty="0" err="1"/>
              <a:t>rigless</a:t>
            </a:r>
            <a:endParaRPr lang="en-US" dirty="0"/>
          </a:p>
          <a:p>
            <a:pPr algn="just"/>
            <a:r>
              <a:rPr lang="en-US" dirty="0" err="1"/>
              <a:t>Peluang</a:t>
            </a:r>
            <a:r>
              <a:rPr lang="en-US" dirty="0"/>
              <a:t> </a:t>
            </a:r>
            <a:r>
              <a:rPr lang="en-US" dirty="0" err="1"/>
              <a:t>penghematan</a:t>
            </a:r>
            <a:r>
              <a:rPr lang="en-US" dirty="0"/>
              <a:t> biaya dan </a:t>
            </a:r>
            <a:r>
              <a:rPr lang="en-US" dirty="0" err="1"/>
              <a:t>kemandirian</a:t>
            </a:r>
            <a:r>
              <a:rPr lang="en-US" dirty="0"/>
              <a:t> teknologi internal</a:t>
            </a:r>
          </a:p>
          <a:p>
            <a:pPr algn="just"/>
            <a:r>
              <a:rPr lang="en-US" dirty="0" err="1"/>
              <a:t>Keinginan</a:t>
            </a:r>
            <a:r>
              <a:rPr lang="en-US" dirty="0"/>
              <a:t> </a:t>
            </a:r>
            <a:r>
              <a:rPr lang="en-US" dirty="0" err="1"/>
              <a:t>mengembangkan</a:t>
            </a:r>
            <a:r>
              <a:rPr lang="en-US" dirty="0"/>
              <a:t> </a:t>
            </a:r>
            <a:r>
              <a:rPr lang="en-US" dirty="0" err="1"/>
              <a:t>alat</a:t>
            </a:r>
            <a:r>
              <a:rPr lang="en-US" dirty="0"/>
              <a:t> multi‑sensor </a:t>
            </a:r>
            <a:r>
              <a:rPr lang="en-US" dirty="0" err="1"/>
              <a:t>untuk</a:t>
            </a:r>
            <a:r>
              <a:rPr lang="en-US" dirty="0"/>
              <a:t> evaluasi sumur yang lebih </a:t>
            </a:r>
            <a:r>
              <a:rPr lang="en-US" dirty="0" err="1"/>
              <a:t>komprehensif</a:t>
            </a:r>
            <a:endParaRPr lang="en-US" dirty="0"/>
          </a:p>
        </p:txBody>
      </p:sp>
      <p:pic>
        <p:nvPicPr>
          <p:cNvPr id="5" name="Graphic 4" descr="Voice">
            <a:extLst>
              <a:ext uri="{FF2B5EF4-FFF2-40B4-BE49-F238E27FC236}">
                <a16:creationId xmlns:a16="http://schemas.microsoft.com/office/drawing/2014/main" id="{13FACAEE-1DDE-4D96-90AA-0F7185A0368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5943600"/>
            <a:ext cx="914400" cy="914400"/>
          </a:xfrm>
          <a:prstGeom prst="rect">
            <a:avLst/>
          </a:prstGeom>
        </p:spPr>
      </p:pic>
      <p:pic>
        <p:nvPicPr>
          <p:cNvPr id="6" name="Graphic 5" descr="Voice">
            <a:extLst>
              <a:ext uri="{FF2B5EF4-FFF2-40B4-BE49-F238E27FC236}">
                <a16:creationId xmlns:a16="http://schemas.microsoft.com/office/drawing/2014/main" id="{9DDE73EA-32B2-4DE4-B9FD-2790D282470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8293" y="5943600"/>
            <a:ext cx="914400" cy="914400"/>
          </a:xfrm>
          <a:prstGeom prst="rect">
            <a:avLst/>
          </a:prstGeom>
        </p:spPr>
      </p:pic>
      <p:pic>
        <p:nvPicPr>
          <p:cNvPr id="7" name="Graphic 6" descr="Voice">
            <a:extLst>
              <a:ext uri="{FF2B5EF4-FFF2-40B4-BE49-F238E27FC236}">
                <a16:creationId xmlns:a16="http://schemas.microsoft.com/office/drawing/2014/main" id="{E8A9D6C3-05B3-47C1-BDAB-BB98012FF0C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96586" y="5943600"/>
            <a:ext cx="914400" cy="914400"/>
          </a:xfrm>
          <a:prstGeom prst="rect">
            <a:avLst/>
          </a:prstGeom>
        </p:spPr>
      </p:pic>
      <p:pic>
        <p:nvPicPr>
          <p:cNvPr id="8" name="Graphic 7" descr="Voice">
            <a:extLst>
              <a:ext uri="{FF2B5EF4-FFF2-40B4-BE49-F238E27FC236}">
                <a16:creationId xmlns:a16="http://schemas.microsoft.com/office/drawing/2014/main" id="{27C2CCAB-2082-4648-AD54-09037775E22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44879" y="5943600"/>
            <a:ext cx="914400" cy="914400"/>
          </a:xfrm>
          <a:prstGeom prst="rect">
            <a:avLst/>
          </a:prstGeom>
        </p:spPr>
      </p:pic>
      <p:pic>
        <p:nvPicPr>
          <p:cNvPr id="9" name="Graphic 8" descr="Voice">
            <a:extLst>
              <a:ext uri="{FF2B5EF4-FFF2-40B4-BE49-F238E27FC236}">
                <a16:creationId xmlns:a16="http://schemas.microsoft.com/office/drawing/2014/main" id="{A95613DD-3E60-4FFE-893A-DB73A2C400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93172" y="5943600"/>
            <a:ext cx="914400" cy="914400"/>
          </a:xfrm>
          <a:prstGeom prst="rect">
            <a:avLst/>
          </a:prstGeom>
        </p:spPr>
      </p:pic>
      <p:pic>
        <p:nvPicPr>
          <p:cNvPr id="10" name="Graphic 9" descr="Voice">
            <a:extLst>
              <a:ext uri="{FF2B5EF4-FFF2-40B4-BE49-F238E27FC236}">
                <a16:creationId xmlns:a16="http://schemas.microsoft.com/office/drawing/2014/main" id="{1A936FB1-F3CF-4E0C-B151-D6E871E477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41465" y="5943600"/>
            <a:ext cx="914400" cy="914400"/>
          </a:xfrm>
          <a:prstGeom prst="rect">
            <a:avLst/>
          </a:prstGeom>
        </p:spPr>
      </p:pic>
      <p:pic>
        <p:nvPicPr>
          <p:cNvPr id="11" name="Graphic 10" descr="Voice">
            <a:extLst>
              <a:ext uri="{FF2B5EF4-FFF2-40B4-BE49-F238E27FC236}">
                <a16:creationId xmlns:a16="http://schemas.microsoft.com/office/drawing/2014/main" id="{678F304F-A4C7-40D2-BBE5-3938B185D4A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89758" y="5943600"/>
            <a:ext cx="914400" cy="914400"/>
          </a:xfrm>
          <a:prstGeom prst="rect">
            <a:avLst/>
          </a:prstGeom>
        </p:spPr>
      </p:pic>
      <p:pic>
        <p:nvPicPr>
          <p:cNvPr id="12" name="Graphic 11" descr="Voice">
            <a:extLst>
              <a:ext uri="{FF2B5EF4-FFF2-40B4-BE49-F238E27FC236}">
                <a16:creationId xmlns:a16="http://schemas.microsoft.com/office/drawing/2014/main" id="{BF918E4B-87F4-4298-B9FB-7CFE26CA682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38051" y="5943600"/>
            <a:ext cx="914400" cy="914400"/>
          </a:xfrm>
          <a:prstGeom prst="rect">
            <a:avLst/>
          </a:prstGeom>
        </p:spPr>
      </p:pic>
      <p:pic>
        <p:nvPicPr>
          <p:cNvPr id="13" name="Graphic 12" descr="Voice">
            <a:extLst>
              <a:ext uri="{FF2B5EF4-FFF2-40B4-BE49-F238E27FC236}">
                <a16:creationId xmlns:a16="http://schemas.microsoft.com/office/drawing/2014/main" id="{055192FB-4ED4-4411-AAAC-6037CB30BED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86344" y="5943600"/>
            <a:ext cx="914400" cy="914400"/>
          </a:xfrm>
          <a:prstGeom prst="rect">
            <a:avLst/>
          </a:prstGeom>
        </p:spPr>
      </p:pic>
      <p:pic>
        <p:nvPicPr>
          <p:cNvPr id="14" name="Graphic 13" descr="Voice">
            <a:extLst>
              <a:ext uri="{FF2B5EF4-FFF2-40B4-BE49-F238E27FC236}">
                <a16:creationId xmlns:a16="http://schemas.microsoft.com/office/drawing/2014/main" id="{8AABB021-AD33-4CFB-9799-6B88ACEFF9F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34637" y="5943600"/>
            <a:ext cx="914400" cy="914400"/>
          </a:xfrm>
          <a:prstGeom prst="rect">
            <a:avLst/>
          </a:prstGeom>
        </p:spPr>
      </p:pic>
      <p:pic>
        <p:nvPicPr>
          <p:cNvPr id="15" name="Graphic 14" descr="Voice">
            <a:extLst>
              <a:ext uri="{FF2B5EF4-FFF2-40B4-BE49-F238E27FC236}">
                <a16:creationId xmlns:a16="http://schemas.microsoft.com/office/drawing/2014/main" id="{AF1A29FA-C357-41E6-83C5-8CFCEC2A32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82930" y="5943600"/>
            <a:ext cx="914400" cy="914400"/>
          </a:xfrm>
          <a:prstGeom prst="rect">
            <a:avLst/>
          </a:prstGeom>
        </p:spPr>
      </p:pic>
      <p:pic>
        <p:nvPicPr>
          <p:cNvPr id="16" name="Graphic 15" descr="Voice">
            <a:extLst>
              <a:ext uri="{FF2B5EF4-FFF2-40B4-BE49-F238E27FC236}">
                <a16:creationId xmlns:a16="http://schemas.microsoft.com/office/drawing/2014/main" id="{28832ADF-2C49-408D-A4D2-DA7B1CB4D52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31223" y="5943600"/>
            <a:ext cx="914400" cy="914400"/>
          </a:xfrm>
          <a:prstGeom prst="rect">
            <a:avLst/>
          </a:prstGeom>
        </p:spPr>
      </p:pic>
      <p:pic>
        <p:nvPicPr>
          <p:cNvPr id="17" name="Graphic 16" descr="Voice">
            <a:extLst>
              <a:ext uri="{FF2B5EF4-FFF2-40B4-BE49-F238E27FC236}">
                <a16:creationId xmlns:a16="http://schemas.microsoft.com/office/drawing/2014/main" id="{FBF8D413-D740-427C-8E54-763F89546D6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79516" y="5943600"/>
            <a:ext cx="914400" cy="914400"/>
          </a:xfrm>
          <a:prstGeom prst="rect">
            <a:avLst/>
          </a:prstGeom>
        </p:spPr>
      </p:pic>
      <p:pic>
        <p:nvPicPr>
          <p:cNvPr id="18" name="Graphic 17" descr="Voice">
            <a:extLst>
              <a:ext uri="{FF2B5EF4-FFF2-40B4-BE49-F238E27FC236}">
                <a16:creationId xmlns:a16="http://schemas.microsoft.com/office/drawing/2014/main" id="{3882C68E-4983-4575-89D7-095839F7566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27809" y="5943600"/>
            <a:ext cx="914400" cy="914400"/>
          </a:xfrm>
          <a:prstGeom prst="rect">
            <a:avLst/>
          </a:prstGeom>
        </p:spPr>
      </p:pic>
      <p:pic>
        <p:nvPicPr>
          <p:cNvPr id="19" name="Graphic 18" descr="Voice">
            <a:extLst>
              <a:ext uri="{FF2B5EF4-FFF2-40B4-BE49-F238E27FC236}">
                <a16:creationId xmlns:a16="http://schemas.microsoft.com/office/drawing/2014/main" id="{62078029-70E4-441D-9940-4FB1ACC13C2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876102" y="5943600"/>
            <a:ext cx="914400" cy="914400"/>
          </a:xfrm>
          <a:prstGeom prst="rect">
            <a:avLst/>
          </a:prstGeom>
        </p:spPr>
      </p:pic>
    </p:spTree>
    <p:extLst>
      <p:ext uri="{BB962C8B-B14F-4D97-AF65-F5344CB8AC3E}">
        <p14:creationId xmlns:p14="http://schemas.microsoft.com/office/powerpoint/2010/main" val="418145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881DE-16E0-4180-900D-8D4A68D70007}"/>
              </a:ext>
            </a:extLst>
          </p:cNvPr>
          <p:cNvSpPr>
            <a:spLocks noGrp="1"/>
          </p:cNvSpPr>
          <p:nvPr>
            <p:ph type="title"/>
          </p:nvPr>
        </p:nvSpPr>
        <p:spPr>
          <a:xfrm>
            <a:off x="619693" y="504406"/>
            <a:ext cx="10734107" cy="906557"/>
          </a:xfrm>
        </p:spPr>
        <p:txBody>
          <a:bodyPr/>
          <a:lstStyle/>
          <a:p>
            <a:r>
              <a:rPr lang="en-US" dirty="0"/>
              <a:t>2. </a:t>
            </a:r>
            <a:r>
              <a:rPr lang="en-US" dirty="0" err="1"/>
              <a:t>Deskripsi</a:t>
            </a:r>
            <a:r>
              <a:rPr lang="en-US" dirty="0"/>
              <a:t> Inovasi</a:t>
            </a:r>
          </a:p>
        </p:txBody>
      </p:sp>
      <p:sp>
        <p:nvSpPr>
          <p:cNvPr id="3" name="Content Placeholder 2">
            <a:extLst>
              <a:ext uri="{FF2B5EF4-FFF2-40B4-BE49-F238E27FC236}">
                <a16:creationId xmlns:a16="http://schemas.microsoft.com/office/drawing/2014/main" id="{79488F4F-B85D-480E-A58C-9E174289005F}"/>
              </a:ext>
            </a:extLst>
          </p:cNvPr>
          <p:cNvSpPr>
            <a:spLocks noGrp="1"/>
          </p:cNvSpPr>
          <p:nvPr>
            <p:ph idx="1"/>
          </p:nvPr>
        </p:nvSpPr>
        <p:spPr>
          <a:xfrm>
            <a:off x="619693" y="1271682"/>
            <a:ext cx="10952613" cy="4699910"/>
          </a:xfrm>
        </p:spPr>
        <p:txBody>
          <a:bodyPr>
            <a:normAutofit/>
          </a:bodyPr>
          <a:lstStyle/>
          <a:p>
            <a:pPr algn="just" fontAlgn="t"/>
            <a:r>
              <a:rPr lang="en-US" sz="2400" dirty="0">
                <a:latin typeface="Arial" panose="020B0604020202020204" pitchFamily="34" charset="0"/>
                <a:cs typeface="Arial" panose="020B0604020202020204" pitchFamily="34" charset="0"/>
              </a:rPr>
              <a:t>Inovasi yang </a:t>
            </a:r>
            <a:r>
              <a:rPr lang="en-US" sz="2400" dirty="0" err="1">
                <a:latin typeface="Arial" panose="020B0604020202020204" pitchFamily="34" charset="0"/>
                <a:cs typeface="Arial" panose="020B0604020202020204" pitchFamily="34" charset="0"/>
              </a:rPr>
              <a:t>diusulkan</a:t>
            </a:r>
            <a:r>
              <a:rPr lang="en-US" sz="2400" dirty="0">
                <a:latin typeface="Arial" panose="020B0604020202020204" pitchFamily="34" charset="0"/>
                <a:cs typeface="Arial" panose="020B0604020202020204" pitchFamily="34" charset="0"/>
              </a:rPr>
              <a:t> adalah </a:t>
            </a:r>
            <a:r>
              <a:rPr lang="en-US" sz="2400" dirty="0" err="1">
                <a:latin typeface="Arial" panose="020B0604020202020204" pitchFamily="34" charset="0"/>
                <a:cs typeface="Arial" panose="020B0604020202020204" pitchFamily="34" charset="0"/>
              </a:rPr>
              <a:t>pengembangan</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alat</a:t>
            </a:r>
            <a:r>
              <a:rPr lang="en-US" sz="2400" dirty="0">
                <a:latin typeface="Arial" panose="020B0604020202020204" pitchFamily="34" charset="0"/>
                <a:cs typeface="Arial" panose="020B0604020202020204" pitchFamily="34" charset="0"/>
              </a:rPr>
              <a:t> Noise Log yang </a:t>
            </a:r>
            <a:r>
              <a:rPr lang="en-US" sz="2400" dirty="0" err="1">
                <a:latin typeface="Arial" panose="020B0604020202020204" pitchFamily="34" charset="0"/>
                <a:cs typeface="Arial" panose="020B0604020202020204" pitchFamily="34" charset="0"/>
              </a:rPr>
              <a:t>mampu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mendeteksi</a:t>
            </a:r>
            <a:r>
              <a:rPr lang="en-US" sz="2400" dirty="0">
                <a:latin typeface="Arial" panose="020B0604020202020204" pitchFamily="34" charset="0"/>
                <a:cs typeface="Arial" panose="020B0604020202020204" pitchFamily="34" charset="0"/>
              </a:rPr>
              <a:t> dan </a:t>
            </a:r>
            <a:r>
              <a:rPr lang="en-US" sz="2400" dirty="0" err="1">
                <a:latin typeface="Arial" panose="020B0604020202020204" pitchFamily="34" charset="0"/>
                <a:cs typeface="Arial" panose="020B0604020202020204" pitchFamily="34" charset="0"/>
              </a:rPr>
              <a:t>mengidentifikasi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kebocoran</a:t>
            </a:r>
            <a:r>
              <a:rPr lang="en-US" sz="2400" dirty="0">
                <a:latin typeface="Arial" panose="020B0604020202020204" pitchFamily="34" charset="0"/>
                <a:cs typeface="Arial" panose="020B0604020202020204" pitchFamily="34" charset="0"/>
              </a:rPr>
              <a:t> (leak) di dalam sumur dengan </a:t>
            </a:r>
            <a:r>
              <a:rPr lang="en-US" sz="2400" dirty="0" err="1">
                <a:latin typeface="Arial" panose="020B0604020202020204" pitchFamily="34" charset="0"/>
                <a:cs typeface="Arial" panose="020B0604020202020204" pitchFamily="34" charset="0"/>
              </a:rPr>
              <a:t>tingkat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akurasi</a:t>
            </a:r>
            <a:r>
              <a:rPr lang="en-US" sz="2400" dirty="0">
                <a:latin typeface="Arial" panose="020B0604020202020204" pitchFamily="34" charset="0"/>
                <a:cs typeface="Arial" panose="020B0604020202020204" pitchFamily="34" charset="0"/>
              </a:rPr>
              <a:t> yang lebih </a:t>
            </a:r>
            <a:r>
              <a:rPr lang="en-US" sz="2400" dirty="0" err="1">
                <a:latin typeface="Arial" panose="020B0604020202020204" pitchFamily="34" charset="0"/>
                <a:cs typeface="Arial" panose="020B0604020202020204" pitchFamily="34" charset="0"/>
              </a:rPr>
              <a:t>tinggi</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dibandingkan</a:t>
            </a:r>
            <a:r>
              <a:rPr lang="en-US" sz="2400" dirty="0">
                <a:latin typeface="Arial" panose="020B0604020202020204" pitchFamily="34" charset="0"/>
                <a:cs typeface="Arial" panose="020B0604020202020204" pitchFamily="34" charset="0"/>
              </a:rPr>
              <a:t> teknologi </a:t>
            </a:r>
            <a:r>
              <a:rPr lang="en-US" sz="2400" dirty="0" err="1">
                <a:latin typeface="Arial" panose="020B0604020202020204" pitchFamily="34" charset="0"/>
                <a:cs typeface="Arial" panose="020B0604020202020204" pitchFamily="34" charset="0"/>
              </a:rPr>
              <a:t>eksisting</a:t>
            </a:r>
            <a:r>
              <a:rPr lang="en-US" sz="2400" dirty="0">
                <a:latin typeface="Arial" panose="020B0604020202020204" pitchFamily="34" charset="0"/>
                <a:cs typeface="Arial" panose="020B0604020202020204" pitchFamily="34" charset="0"/>
              </a:rPr>
              <a:t>. Inovasi ini </a:t>
            </a:r>
            <a:r>
              <a:rPr lang="en-US" sz="2400" dirty="0" err="1">
                <a:latin typeface="Arial" panose="020B0604020202020204" pitchFamily="34" charset="0"/>
                <a:cs typeface="Arial" panose="020B0604020202020204" pitchFamily="34" charset="0"/>
              </a:rPr>
              <a:t>menggabungkan</a:t>
            </a:r>
            <a:r>
              <a:rPr lang="en-US" sz="2400" dirty="0">
                <a:latin typeface="Arial" panose="020B0604020202020204" pitchFamily="34" charset="0"/>
                <a:cs typeface="Arial" panose="020B0604020202020204" pitchFamily="34" charset="0"/>
              </a:rPr>
              <a:t> high‑sensitivity acoustic sensing, directional noise detection dalam </a:t>
            </a:r>
            <a:r>
              <a:rPr lang="en-US" sz="2400" dirty="0" err="1">
                <a:latin typeface="Arial" panose="020B0604020202020204" pitchFamily="34" charset="0"/>
                <a:cs typeface="Arial" panose="020B0604020202020204" pitchFamily="34" charset="0"/>
              </a:rPr>
              <a:t>satu</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perangkat</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kompak</a:t>
            </a:r>
            <a:r>
              <a:rPr lang="en-US" sz="2400" dirty="0">
                <a:latin typeface="Arial" panose="020B0604020202020204" pitchFamily="34" charset="0"/>
                <a:cs typeface="Arial" panose="020B0604020202020204" pitchFamily="34" charset="0"/>
              </a:rPr>
              <a:t> yang dapat </a:t>
            </a:r>
            <a:r>
              <a:rPr lang="en-US" sz="2400" dirty="0" err="1">
                <a:latin typeface="Arial" panose="020B0604020202020204" pitchFamily="34" charset="0"/>
                <a:cs typeface="Arial" panose="020B0604020202020204" pitchFamily="34" charset="0"/>
              </a:rPr>
              <a:t>dioperasikan</a:t>
            </a:r>
            <a:r>
              <a:rPr lang="en-US" sz="2400" dirty="0">
                <a:latin typeface="Arial" panose="020B0604020202020204" pitchFamily="34" charset="0"/>
                <a:cs typeface="Arial" panose="020B0604020202020204" pitchFamily="34" charset="0"/>
              </a:rPr>
              <a:t> secara </a:t>
            </a:r>
            <a:r>
              <a:rPr lang="en-US" sz="2400" dirty="0" err="1">
                <a:latin typeface="Arial" panose="020B0604020202020204" pitchFamily="34" charset="0"/>
                <a:cs typeface="Arial" panose="020B0604020202020204" pitchFamily="34" charset="0"/>
              </a:rPr>
              <a:t>rigless</a:t>
            </a:r>
            <a:r>
              <a:rPr lang="en-US" sz="2400" dirty="0">
                <a:latin typeface="Arial" panose="020B0604020202020204" pitchFamily="34" charset="0"/>
                <a:cs typeface="Arial" panose="020B0604020202020204" pitchFamily="34" charset="0"/>
              </a:rPr>
              <a:t>.</a:t>
            </a:r>
          </a:p>
          <a:p>
            <a:pPr algn="just" fontAlgn="t"/>
            <a:r>
              <a:rPr lang="en-US" sz="2400" dirty="0">
                <a:solidFill>
                  <a:srgbClr val="000000"/>
                </a:solidFill>
                <a:latin typeface="Arial" panose="020B0604020202020204" pitchFamily="34" charset="0"/>
                <a:cs typeface="Arial" panose="020B0604020202020204" pitchFamily="34" charset="0"/>
              </a:rPr>
              <a:t>Inovasi ini </a:t>
            </a:r>
            <a:r>
              <a:rPr lang="en-US" sz="2400" dirty="0" err="1">
                <a:solidFill>
                  <a:srgbClr val="000000"/>
                </a:solidFill>
                <a:latin typeface="Arial" panose="020B0604020202020204" pitchFamily="34" charset="0"/>
                <a:cs typeface="Arial" panose="020B0604020202020204" pitchFamily="34" charset="0"/>
              </a:rPr>
              <a:t>menghadirkan</a:t>
            </a:r>
            <a:r>
              <a:rPr lang="en-US" sz="2400" dirty="0">
                <a:solidFill>
                  <a:srgbClr val="000000"/>
                </a:solidFill>
                <a:latin typeface="Arial" panose="020B0604020202020204" pitchFamily="34" charset="0"/>
                <a:cs typeface="Arial" panose="020B0604020202020204" pitchFamily="34" charset="0"/>
              </a:rPr>
              <a:t> </a:t>
            </a:r>
            <a:r>
              <a:rPr lang="en-US" sz="2400" dirty="0" err="1">
                <a:solidFill>
                  <a:srgbClr val="000000"/>
                </a:solidFill>
                <a:latin typeface="Arial" panose="020B0604020202020204" pitchFamily="34" charset="0"/>
                <a:cs typeface="Arial" panose="020B0604020202020204" pitchFamily="34" charset="0"/>
              </a:rPr>
              <a:t>kemampuan</a:t>
            </a:r>
            <a:r>
              <a:rPr lang="en-US" sz="2400" dirty="0">
                <a:solidFill>
                  <a:srgbClr val="000000"/>
                </a:solidFill>
                <a:latin typeface="Arial" panose="020B0604020202020204" pitchFamily="34" charset="0"/>
                <a:cs typeface="Arial" panose="020B0604020202020204" pitchFamily="34" charset="0"/>
              </a:rPr>
              <a:t> Noise Log yang lebih </a:t>
            </a:r>
            <a:r>
              <a:rPr lang="en-US" sz="2400" dirty="0" err="1">
                <a:solidFill>
                  <a:srgbClr val="000000"/>
                </a:solidFill>
                <a:latin typeface="Arial" panose="020B0604020202020204" pitchFamily="34" charset="0"/>
                <a:cs typeface="Arial" panose="020B0604020202020204" pitchFamily="34" charset="0"/>
              </a:rPr>
              <a:t>maju</a:t>
            </a:r>
            <a:r>
              <a:rPr lang="en-US" sz="2400" dirty="0">
                <a:solidFill>
                  <a:srgbClr val="000000"/>
                </a:solidFill>
                <a:latin typeface="Arial" panose="020B0604020202020204" pitchFamily="34" charset="0"/>
                <a:cs typeface="Arial" panose="020B0604020202020204" pitchFamily="34" charset="0"/>
              </a:rPr>
              <a:t> dengan </a:t>
            </a:r>
            <a:r>
              <a:rPr lang="en-US" sz="2400" dirty="0" err="1">
                <a:solidFill>
                  <a:srgbClr val="000000"/>
                </a:solidFill>
                <a:latin typeface="Arial" panose="020B0604020202020204" pitchFamily="34" charset="0"/>
                <a:cs typeface="Arial" panose="020B0604020202020204" pitchFamily="34" charset="0"/>
              </a:rPr>
              <a:t>fitur</a:t>
            </a:r>
            <a:r>
              <a:rPr lang="en-US" sz="2400" dirty="0">
                <a:solidFill>
                  <a:srgbClr val="000000"/>
                </a:solidFill>
                <a:latin typeface="Arial" panose="020B0604020202020204" pitchFamily="34" charset="0"/>
                <a:cs typeface="Arial" panose="020B0604020202020204" pitchFamily="34" charset="0"/>
              </a:rPr>
              <a:t>:</a:t>
            </a:r>
          </a:p>
          <a:p>
            <a:pPr marL="625475" algn="just" fontAlgn="t"/>
            <a:r>
              <a:rPr lang="en-US" sz="2400" dirty="0" err="1">
                <a:solidFill>
                  <a:srgbClr val="000000"/>
                </a:solidFill>
                <a:latin typeface="Arial" panose="020B0604020202020204" pitchFamily="34" charset="0"/>
                <a:cs typeface="Arial" panose="020B0604020202020204" pitchFamily="34" charset="0"/>
              </a:rPr>
              <a:t>Deteksi</a:t>
            </a:r>
            <a:r>
              <a:rPr lang="en-US" sz="2400" dirty="0">
                <a:solidFill>
                  <a:srgbClr val="000000"/>
                </a:solidFill>
                <a:latin typeface="Arial" panose="020B0604020202020204" pitchFamily="34" charset="0"/>
                <a:cs typeface="Arial" panose="020B0604020202020204" pitchFamily="34" charset="0"/>
              </a:rPr>
              <a:t> micro‑leak dengan </a:t>
            </a:r>
            <a:r>
              <a:rPr lang="en-US" sz="2400" dirty="0" err="1">
                <a:solidFill>
                  <a:srgbClr val="000000"/>
                </a:solidFill>
                <a:latin typeface="Arial" panose="020B0604020202020204" pitchFamily="34" charset="0"/>
                <a:cs typeface="Arial" panose="020B0604020202020204" pitchFamily="34" charset="0"/>
              </a:rPr>
              <a:t>sensitivitas</a:t>
            </a:r>
            <a:r>
              <a:rPr lang="en-US" sz="2400" dirty="0">
                <a:solidFill>
                  <a:srgbClr val="000000"/>
                </a:solidFill>
                <a:latin typeface="Arial" panose="020B0604020202020204" pitchFamily="34" charset="0"/>
                <a:cs typeface="Arial" panose="020B0604020202020204" pitchFamily="34" charset="0"/>
              </a:rPr>
              <a:t> </a:t>
            </a:r>
            <a:r>
              <a:rPr lang="en-US" sz="2400" dirty="0" err="1">
                <a:solidFill>
                  <a:srgbClr val="000000"/>
                </a:solidFill>
                <a:latin typeface="Arial" panose="020B0604020202020204" pitchFamily="34" charset="0"/>
                <a:cs typeface="Arial" panose="020B0604020202020204" pitchFamily="34" charset="0"/>
              </a:rPr>
              <a:t>tinggi</a:t>
            </a:r>
            <a:endParaRPr lang="en-US" sz="2400" dirty="0">
              <a:solidFill>
                <a:srgbClr val="000000"/>
              </a:solidFill>
              <a:latin typeface="Arial" panose="020B0604020202020204" pitchFamily="34" charset="0"/>
              <a:cs typeface="Arial" panose="020B0604020202020204" pitchFamily="34" charset="0"/>
            </a:endParaRPr>
          </a:p>
          <a:p>
            <a:pPr marL="625475" algn="just" fontAlgn="t"/>
            <a:r>
              <a:rPr lang="en-US" sz="2400" dirty="0" err="1">
                <a:solidFill>
                  <a:srgbClr val="000000"/>
                </a:solidFill>
                <a:latin typeface="Arial" panose="020B0604020202020204" pitchFamily="34" charset="0"/>
                <a:cs typeface="Arial" panose="020B0604020202020204" pitchFamily="34" charset="0"/>
              </a:rPr>
              <a:t>Deteksi</a:t>
            </a:r>
            <a:r>
              <a:rPr lang="en-US" sz="2400" dirty="0">
                <a:solidFill>
                  <a:srgbClr val="000000"/>
                </a:solidFill>
                <a:latin typeface="Arial" panose="020B0604020202020204" pitchFamily="34" charset="0"/>
                <a:cs typeface="Arial" panose="020B0604020202020204" pitchFamily="34" charset="0"/>
              </a:rPr>
              <a:t> </a:t>
            </a:r>
            <a:r>
              <a:rPr lang="en-US" sz="2400" dirty="0" err="1">
                <a:solidFill>
                  <a:srgbClr val="000000"/>
                </a:solidFill>
                <a:latin typeface="Arial" panose="020B0604020202020204" pitchFamily="34" charset="0"/>
                <a:cs typeface="Arial" panose="020B0604020202020204" pitchFamily="34" charset="0"/>
              </a:rPr>
              <a:t>arah</a:t>
            </a:r>
            <a:r>
              <a:rPr lang="en-US" sz="2400" dirty="0">
                <a:solidFill>
                  <a:srgbClr val="000000"/>
                </a:solidFill>
                <a:latin typeface="Arial" panose="020B0604020202020204" pitchFamily="34" charset="0"/>
                <a:cs typeface="Arial" panose="020B0604020202020204" pitchFamily="34" charset="0"/>
              </a:rPr>
              <a:t> </a:t>
            </a:r>
            <a:r>
              <a:rPr lang="en-US" sz="2400" dirty="0" err="1">
                <a:solidFill>
                  <a:srgbClr val="000000"/>
                </a:solidFill>
                <a:latin typeface="Arial" panose="020B0604020202020204" pitchFamily="34" charset="0"/>
                <a:cs typeface="Arial" panose="020B0604020202020204" pitchFamily="34" charset="0"/>
              </a:rPr>
              <a:t>sumber</a:t>
            </a:r>
            <a:r>
              <a:rPr lang="en-US" sz="2400" dirty="0">
                <a:solidFill>
                  <a:srgbClr val="000000"/>
                </a:solidFill>
                <a:latin typeface="Arial" panose="020B0604020202020204" pitchFamily="34" charset="0"/>
                <a:cs typeface="Arial" panose="020B0604020202020204" pitchFamily="34" charset="0"/>
              </a:rPr>
              <a:t> </a:t>
            </a:r>
            <a:r>
              <a:rPr lang="en-US" sz="2400" dirty="0" err="1">
                <a:solidFill>
                  <a:srgbClr val="000000"/>
                </a:solidFill>
                <a:latin typeface="Arial" panose="020B0604020202020204" pitchFamily="34" charset="0"/>
                <a:cs typeface="Arial" panose="020B0604020202020204" pitchFamily="34" charset="0"/>
              </a:rPr>
              <a:t>kebocoran</a:t>
            </a:r>
            <a:r>
              <a:rPr lang="en-US" sz="2400" dirty="0">
                <a:solidFill>
                  <a:srgbClr val="000000"/>
                </a:solidFill>
                <a:latin typeface="Arial" panose="020B0604020202020204" pitchFamily="34" charset="0"/>
                <a:cs typeface="Arial" panose="020B0604020202020204" pitchFamily="34" charset="0"/>
              </a:rPr>
              <a:t> (directional) Potensi </a:t>
            </a:r>
            <a:r>
              <a:rPr lang="en-US" sz="2400" dirty="0" err="1">
                <a:solidFill>
                  <a:srgbClr val="000000"/>
                </a:solidFill>
                <a:latin typeface="Arial" panose="020B0604020202020204" pitchFamily="34" charset="0"/>
                <a:cs typeface="Arial" panose="020B0604020202020204" pitchFamily="34" charset="0"/>
              </a:rPr>
              <a:t>penghematan</a:t>
            </a:r>
            <a:r>
              <a:rPr lang="en-US" sz="2400" dirty="0">
                <a:solidFill>
                  <a:srgbClr val="000000"/>
                </a:solidFill>
                <a:latin typeface="Arial" panose="020B0604020202020204" pitchFamily="34" charset="0"/>
                <a:cs typeface="Arial" panose="020B0604020202020204" pitchFamily="34" charset="0"/>
              </a:rPr>
              <a:t> biaya </a:t>
            </a:r>
            <a:r>
              <a:rPr lang="en-US" sz="2400" dirty="0" err="1">
                <a:solidFill>
                  <a:srgbClr val="000000"/>
                </a:solidFill>
                <a:latin typeface="Arial" panose="020B0604020202020204" pitchFamily="34" charset="0"/>
                <a:cs typeface="Arial" panose="020B0604020202020204" pitchFamily="34" charset="0"/>
              </a:rPr>
              <a:t>operasi</a:t>
            </a:r>
            <a:r>
              <a:rPr lang="en-US" sz="2400" dirty="0">
                <a:solidFill>
                  <a:srgbClr val="000000"/>
                </a:solidFill>
                <a:latin typeface="Arial" panose="020B0604020202020204" pitchFamily="34" charset="0"/>
                <a:cs typeface="Arial" panose="020B0604020202020204" pitchFamily="34" charset="0"/>
              </a:rPr>
              <a:t> dan workover, Inovasi ini bukan hanya peningkatan incremental, </a:t>
            </a:r>
            <a:r>
              <a:rPr lang="en-US" sz="2400" dirty="0" err="1">
                <a:solidFill>
                  <a:srgbClr val="000000"/>
                </a:solidFill>
                <a:latin typeface="Arial" panose="020B0604020202020204" pitchFamily="34" charset="0"/>
                <a:cs typeface="Arial" panose="020B0604020202020204" pitchFamily="34" charset="0"/>
              </a:rPr>
              <a:t>tetapi</a:t>
            </a:r>
            <a:r>
              <a:rPr lang="en-US" sz="2400" dirty="0">
                <a:solidFill>
                  <a:srgbClr val="000000"/>
                </a:solidFill>
                <a:latin typeface="Arial" panose="020B0604020202020204" pitchFamily="34" charset="0"/>
                <a:cs typeface="Arial" panose="020B0604020202020204" pitchFamily="34" charset="0"/>
              </a:rPr>
              <a:t> </a:t>
            </a:r>
            <a:r>
              <a:rPr lang="en-US" sz="2400" dirty="0" err="1">
                <a:solidFill>
                  <a:srgbClr val="000000"/>
                </a:solidFill>
                <a:latin typeface="Arial" panose="020B0604020202020204" pitchFamily="34" charset="0"/>
                <a:cs typeface="Arial" panose="020B0604020202020204" pitchFamily="34" charset="0"/>
              </a:rPr>
              <a:t>lompatan</a:t>
            </a:r>
            <a:r>
              <a:rPr lang="en-US" sz="2400" dirty="0">
                <a:solidFill>
                  <a:srgbClr val="000000"/>
                </a:solidFill>
                <a:latin typeface="Arial" panose="020B0604020202020204" pitchFamily="34" charset="0"/>
                <a:cs typeface="Arial" panose="020B0604020202020204" pitchFamily="34" charset="0"/>
              </a:rPr>
              <a:t> teknologi dalam well integrity monitoring yang disesuaikan dengan kebutuhan lapangan</a:t>
            </a:r>
          </a:p>
        </p:txBody>
      </p:sp>
      <p:pic>
        <p:nvPicPr>
          <p:cNvPr id="4" name="Graphic 3" descr="Voice">
            <a:extLst>
              <a:ext uri="{FF2B5EF4-FFF2-40B4-BE49-F238E27FC236}">
                <a16:creationId xmlns:a16="http://schemas.microsoft.com/office/drawing/2014/main" id="{25884477-5CDE-4C59-8E7D-9F7486CD179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5943600"/>
            <a:ext cx="914400" cy="914400"/>
          </a:xfrm>
          <a:prstGeom prst="rect">
            <a:avLst/>
          </a:prstGeom>
        </p:spPr>
      </p:pic>
      <p:pic>
        <p:nvPicPr>
          <p:cNvPr id="5" name="Graphic 4" descr="Voice">
            <a:extLst>
              <a:ext uri="{FF2B5EF4-FFF2-40B4-BE49-F238E27FC236}">
                <a16:creationId xmlns:a16="http://schemas.microsoft.com/office/drawing/2014/main" id="{993A57AD-6608-4CB5-A2D7-A96D97B242D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8293" y="5943600"/>
            <a:ext cx="914400" cy="914400"/>
          </a:xfrm>
          <a:prstGeom prst="rect">
            <a:avLst/>
          </a:prstGeom>
        </p:spPr>
      </p:pic>
      <p:pic>
        <p:nvPicPr>
          <p:cNvPr id="6" name="Graphic 5" descr="Voice">
            <a:extLst>
              <a:ext uri="{FF2B5EF4-FFF2-40B4-BE49-F238E27FC236}">
                <a16:creationId xmlns:a16="http://schemas.microsoft.com/office/drawing/2014/main" id="{00DB47D9-AB69-4F77-83DB-E0E1899744F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96586" y="5943600"/>
            <a:ext cx="914400" cy="914400"/>
          </a:xfrm>
          <a:prstGeom prst="rect">
            <a:avLst/>
          </a:prstGeom>
        </p:spPr>
      </p:pic>
      <p:pic>
        <p:nvPicPr>
          <p:cNvPr id="7" name="Graphic 6" descr="Voice">
            <a:extLst>
              <a:ext uri="{FF2B5EF4-FFF2-40B4-BE49-F238E27FC236}">
                <a16:creationId xmlns:a16="http://schemas.microsoft.com/office/drawing/2014/main" id="{468A10AA-6DC3-40A8-A0B9-40B1FAC7A0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44879" y="5943600"/>
            <a:ext cx="914400" cy="914400"/>
          </a:xfrm>
          <a:prstGeom prst="rect">
            <a:avLst/>
          </a:prstGeom>
        </p:spPr>
      </p:pic>
      <p:pic>
        <p:nvPicPr>
          <p:cNvPr id="8" name="Graphic 7" descr="Voice">
            <a:extLst>
              <a:ext uri="{FF2B5EF4-FFF2-40B4-BE49-F238E27FC236}">
                <a16:creationId xmlns:a16="http://schemas.microsoft.com/office/drawing/2014/main" id="{5D72D4BE-A624-491B-94B0-DDBFC8DC518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93172" y="5943600"/>
            <a:ext cx="914400" cy="914400"/>
          </a:xfrm>
          <a:prstGeom prst="rect">
            <a:avLst/>
          </a:prstGeom>
        </p:spPr>
      </p:pic>
      <p:pic>
        <p:nvPicPr>
          <p:cNvPr id="9" name="Graphic 8" descr="Voice">
            <a:extLst>
              <a:ext uri="{FF2B5EF4-FFF2-40B4-BE49-F238E27FC236}">
                <a16:creationId xmlns:a16="http://schemas.microsoft.com/office/drawing/2014/main" id="{755EDDDD-3727-4F5D-AC2D-F0F4F169C1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41465" y="5943600"/>
            <a:ext cx="914400" cy="914400"/>
          </a:xfrm>
          <a:prstGeom prst="rect">
            <a:avLst/>
          </a:prstGeom>
        </p:spPr>
      </p:pic>
      <p:pic>
        <p:nvPicPr>
          <p:cNvPr id="10" name="Graphic 9" descr="Voice">
            <a:extLst>
              <a:ext uri="{FF2B5EF4-FFF2-40B4-BE49-F238E27FC236}">
                <a16:creationId xmlns:a16="http://schemas.microsoft.com/office/drawing/2014/main" id="{2B76861E-F5BB-4A65-996D-F30F7E2F64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089758" y="5943600"/>
            <a:ext cx="914400" cy="914400"/>
          </a:xfrm>
          <a:prstGeom prst="rect">
            <a:avLst/>
          </a:prstGeom>
        </p:spPr>
      </p:pic>
      <p:pic>
        <p:nvPicPr>
          <p:cNvPr id="11" name="Graphic 10" descr="Voice">
            <a:extLst>
              <a:ext uri="{FF2B5EF4-FFF2-40B4-BE49-F238E27FC236}">
                <a16:creationId xmlns:a16="http://schemas.microsoft.com/office/drawing/2014/main" id="{D2A804C8-60B7-401A-AE7A-D651A4004B5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38051" y="5943600"/>
            <a:ext cx="914400" cy="914400"/>
          </a:xfrm>
          <a:prstGeom prst="rect">
            <a:avLst/>
          </a:prstGeom>
        </p:spPr>
      </p:pic>
      <p:pic>
        <p:nvPicPr>
          <p:cNvPr id="12" name="Graphic 11" descr="Voice">
            <a:extLst>
              <a:ext uri="{FF2B5EF4-FFF2-40B4-BE49-F238E27FC236}">
                <a16:creationId xmlns:a16="http://schemas.microsoft.com/office/drawing/2014/main" id="{2F9E4A0B-4DF3-4246-A50B-2E17A8122B7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86344" y="5943600"/>
            <a:ext cx="914400" cy="914400"/>
          </a:xfrm>
          <a:prstGeom prst="rect">
            <a:avLst/>
          </a:prstGeom>
        </p:spPr>
      </p:pic>
      <p:pic>
        <p:nvPicPr>
          <p:cNvPr id="13" name="Graphic 12" descr="Voice">
            <a:extLst>
              <a:ext uri="{FF2B5EF4-FFF2-40B4-BE49-F238E27FC236}">
                <a16:creationId xmlns:a16="http://schemas.microsoft.com/office/drawing/2014/main" id="{47EF4395-9C6E-4444-87BA-06077293C8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34637" y="5943600"/>
            <a:ext cx="914400" cy="914400"/>
          </a:xfrm>
          <a:prstGeom prst="rect">
            <a:avLst/>
          </a:prstGeom>
        </p:spPr>
      </p:pic>
      <p:pic>
        <p:nvPicPr>
          <p:cNvPr id="14" name="Graphic 13" descr="Voice">
            <a:extLst>
              <a:ext uri="{FF2B5EF4-FFF2-40B4-BE49-F238E27FC236}">
                <a16:creationId xmlns:a16="http://schemas.microsoft.com/office/drawing/2014/main" id="{4726446E-26B1-4859-8F9C-6658E4151DC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82930" y="5943600"/>
            <a:ext cx="914400" cy="914400"/>
          </a:xfrm>
          <a:prstGeom prst="rect">
            <a:avLst/>
          </a:prstGeom>
        </p:spPr>
      </p:pic>
      <p:pic>
        <p:nvPicPr>
          <p:cNvPr id="15" name="Graphic 14" descr="Voice">
            <a:extLst>
              <a:ext uri="{FF2B5EF4-FFF2-40B4-BE49-F238E27FC236}">
                <a16:creationId xmlns:a16="http://schemas.microsoft.com/office/drawing/2014/main" id="{78133195-00ED-43EF-A01F-C3DAA8CF8EA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31223" y="5943600"/>
            <a:ext cx="914400" cy="914400"/>
          </a:xfrm>
          <a:prstGeom prst="rect">
            <a:avLst/>
          </a:prstGeom>
        </p:spPr>
      </p:pic>
      <p:pic>
        <p:nvPicPr>
          <p:cNvPr id="16" name="Graphic 15" descr="Voice">
            <a:extLst>
              <a:ext uri="{FF2B5EF4-FFF2-40B4-BE49-F238E27FC236}">
                <a16:creationId xmlns:a16="http://schemas.microsoft.com/office/drawing/2014/main" id="{9F5E5A3F-7CA3-40C2-B5F5-CEFE80AC879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79516" y="5943600"/>
            <a:ext cx="914400" cy="914400"/>
          </a:xfrm>
          <a:prstGeom prst="rect">
            <a:avLst/>
          </a:prstGeom>
        </p:spPr>
      </p:pic>
      <p:pic>
        <p:nvPicPr>
          <p:cNvPr id="17" name="Graphic 16" descr="Voice">
            <a:extLst>
              <a:ext uri="{FF2B5EF4-FFF2-40B4-BE49-F238E27FC236}">
                <a16:creationId xmlns:a16="http://schemas.microsoft.com/office/drawing/2014/main" id="{23521538-9359-4330-A7C5-59A7E123712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27809" y="5943600"/>
            <a:ext cx="914400" cy="914400"/>
          </a:xfrm>
          <a:prstGeom prst="rect">
            <a:avLst/>
          </a:prstGeom>
        </p:spPr>
      </p:pic>
      <p:pic>
        <p:nvPicPr>
          <p:cNvPr id="18" name="Graphic 17" descr="Voice">
            <a:extLst>
              <a:ext uri="{FF2B5EF4-FFF2-40B4-BE49-F238E27FC236}">
                <a16:creationId xmlns:a16="http://schemas.microsoft.com/office/drawing/2014/main" id="{10820B53-D1C0-4CC3-9C3B-22AAC555E6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876102" y="5943600"/>
            <a:ext cx="914400" cy="914400"/>
          </a:xfrm>
          <a:prstGeom prst="rect">
            <a:avLst/>
          </a:prstGeom>
        </p:spPr>
      </p:pic>
    </p:spTree>
    <p:extLst>
      <p:ext uri="{BB962C8B-B14F-4D97-AF65-F5344CB8AC3E}">
        <p14:creationId xmlns:p14="http://schemas.microsoft.com/office/powerpoint/2010/main" val="594631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881DE-16E0-4180-900D-8D4A68D70007}"/>
              </a:ext>
            </a:extLst>
          </p:cNvPr>
          <p:cNvSpPr>
            <a:spLocks noGrp="1"/>
          </p:cNvSpPr>
          <p:nvPr>
            <p:ph type="title"/>
          </p:nvPr>
        </p:nvSpPr>
        <p:spPr>
          <a:xfrm>
            <a:off x="619693" y="510462"/>
            <a:ext cx="10734107" cy="906557"/>
          </a:xfrm>
        </p:spPr>
        <p:txBody>
          <a:bodyPr/>
          <a:lstStyle/>
          <a:p>
            <a:r>
              <a:rPr lang="en-US" dirty="0"/>
              <a:t>3. Hypothesis</a:t>
            </a:r>
          </a:p>
        </p:txBody>
      </p:sp>
      <p:sp>
        <p:nvSpPr>
          <p:cNvPr id="3" name="Content Placeholder 2">
            <a:extLst>
              <a:ext uri="{FF2B5EF4-FFF2-40B4-BE49-F238E27FC236}">
                <a16:creationId xmlns:a16="http://schemas.microsoft.com/office/drawing/2014/main" id="{79488F4F-B85D-480E-A58C-9E174289005F}"/>
              </a:ext>
            </a:extLst>
          </p:cNvPr>
          <p:cNvSpPr>
            <a:spLocks noGrp="1"/>
          </p:cNvSpPr>
          <p:nvPr>
            <p:ph idx="1"/>
          </p:nvPr>
        </p:nvSpPr>
        <p:spPr>
          <a:xfrm>
            <a:off x="619693" y="1271682"/>
            <a:ext cx="10952613" cy="2047988"/>
          </a:xfrm>
        </p:spPr>
        <p:txBody>
          <a:bodyPr>
            <a:normAutofit/>
          </a:bodyPr>
          <a:lstStyle/>
          <a:p>
            <a:pPr marL="342900" indent="-342900" algn="just"/>
            <a:r>
              <a:rPr lang="en-US" sz="2400" dirty="0" err="1"/>
              <a:t>Jika</a:t>
            </a:r>
            <a:r>
              <a:rPr lang="en-US" sz="2400" dirty="0"/>
              <a:t> </a:t>
            </a:r>
            <a:r>
              <a:rPr lang="en-US" sz="2400" dirty="0" err="1"/>
              <a:t>alat</a:t>
            </a:r>
            <a:r>
              <a:rPr lang="en-US" sz="2400" dirty="0"/>
              <a:t> Noise Log dikembangkan menggunakan sensor </a:t>
            </a:r>
            <a:r>
              <a:rPr lang="en-US" sz="2400" dirty="0" err="1"/>
              <a:t>akustik</a:t>
            </a:r>
            <a:r>
              <a:rPr lang="en-US" sz="2400" dirty="0"/>
              <a:t> </a:t>
            </a:r>
            <a:r>
              <a:rPr lang="en-US" sz="2400" dirty="0" err="1"/>
              <a:t>ber-sensitivitas</a:t>
            </a:r>
            <a:r>
              <a:rPr lang="en-US" sz="2400" dirty="0"/>
              <a:t> </a:t>
            </a:r>
            <a:r>
              <a:rPr lang="en-US" sz="2400" dirty="0" err="1"/>
              <a:t>tinggi</a:t>
            </a:r>
            <a:r>
              <a:rPr lang="en-US" sz="2400" dirty="0"/>
              <a:t>, sistem directional array, </a:t>
            </a:r>
            <a:r>
              <a:rPr lang="en-US" sz="2400" dirty="0" err="1"/>
              <a:t>serta</a:t>
            </a:r>
            <a:r>
              <a:rPr lang="en-US" sz="2400" dirty="0"/>
              <a:t> </a:t>
            </a:r>
            <a:r>
              <a:rPr lang="en-US" sz="2400" dirty="0" err="1"/>
              <a:t>pemrosesan</a:t>
            </a:r>
            <a:r>
              <a:rPr lang="en-US" sz="2400" dirty="0"/>
              <a:t> </a:t>
            </a:r>
            <a:r>
              <a:rPr lang="en-US" sz="2400" dirty="0" err="1"/>
              <a:t>sinyal</a:t>
            </a:r>
            <a:r>
              <a:rPr lang="en-US" sz="2400" dirty="0"/>
              <a:t> </a:t>
            </a:r>
            <a:r>
              <a:rPr lang="en-US" sz="2400" dirty="0" err="1"/>
              <a:t>berbasis</a:t>
            </a:r>
            <a:r>
              <a:rPr lang="en-US" sz="2400" dirty="0"/>
              <a:t> AI, maka </a:t>
            </a:r>
            <a:r>
              <a:rPr lang="en-US" sz="2400" dirty="0" err="1"/>
              <a:t>alat</a:t>
            </a:r>
            <a:r>
              <a:rPr lang="en-US" sz="2400" dirty="0"/>
              <a:t> tersebut </a:t>
            </a:r>
            <a:r>
              <a:rPr lang="en-US" sz="2400" dirty="0" err="1"/>
              <a:t>akan</a:t>
            </a:r>
            <a:r>
              <a:rPr lang="en-US" sz="2400" dirty="0"/>
              <a:t> </a:t>
            </a:r>
            <a:r>
              <a:rPr lang="en-US" sz="2400" dirty="0" err="1"/>
              <a:t>mampu</a:t>
            </a:r>
            <a:r>
              <a:rPr lang="en-US" sz="2400" dirty="0"/>
              <a:t> </a:t>
            </a:r>
            <a:r>
              <a:rPr lang="en-US" sz="2400" dirty="0" err="1"/>
              <a:t>mendeteksi</a:t>
            </a:r>
            <a:r>
              <a:rPr lang="en-US" sz="2400" dirty="0"/>
              <a:t>, </a:t>
            </a:r>
            <a:r>
              <a:rPr lang="en-US" sz="2400" dirty="0" err="1"/>
              <a:t>membedakan</a:t>
            </a:r>
            <a:r>
              <a:rPr lang="en-US" sz="2400" dirty="0"/>
              <a:t>, dan </a:t>
            </a:r>
            <a:r>
              <a:rPr lang="en-US" sz="2400" dirty="0" err="1"/>
              <a:t>mengidentifikasi</a:t>
            </a:r>
            <a:r>
              <a:rPr lang="en-US" sz="2400" dirty="0"/>
              <a:t> </a:t>
            </a:r>
            <a:r>
              <a:rPr lang="en-US" sz="2400" dirty="0" err="1"/>
              <a:t>kebocoran</a:t>
            </a:r>
            <a:r>
              <a:rPr lang="en-US" sz="2400" dirty="0"/>
              <a:t> (leak) dalam sumur dengan </a:t>
            </a:r>
            <a:r>
              <a:rPr lang="en-US" sz="2400" dirty="0" err="1"/>
              <a:t>akurasi</a:t>
            </a:r>
            <a:r>
              <a:rPr lang="en-US" sz="2400" dirty="0"/>
              <a:t> yang lebih </a:t>
            </a:r>
            <a:r>
              <a:rPr lang="en-US" sz="2400" dirty="0" err="1"/>
              <a:t>tinggi</a:t>
            </a:r>
            <a:r>
              <a:rPr lang="en-US" sz="2400" dirty="0"/>
              <a:t> </a:t>
            </a:r>
            <a:r>
              <a:rPr lang="en-US" sz="2400" dirty="0" err="1"/>
              <a:t>dibandingkan</a:t>
            </a:r>
            <a:r>
              <a:rPr lang="en-US" sz="2400" dirty="0"/>
              <a:t> </a:t>
            </a:r>
            <a:r>
              <a:rPr lang="en-US" sz="2400" dirty="0" err="1"/>
              <a:t>alat</a:t>
            </a:r>
            <a:r>
              <a:rPr lang="en-US" sz="2400" dirty="0"/>
              <a:t> noise log </a:t>
            </a:r>
            <a:r>
              <a:rPr lang="en-US" sz="2400" dirty="0" err="1"/>
              <a:t>konvensional</a:t>
            </a:r>
            <a:r>
              <a:rPr lang="en-US" sz="2400" dirty="0"/>
              <a:t>.</a:t>
            </a:r>
            <a:endParaRPr lang="en-US" sz="2400" dirty="0">
              <a:solidFill>
                <a:srgbClr val="000000"/>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8DF0EA60-0C99-4768-B2DB-05024A7AF9FE}"/>
              </a:ext>
            </a:extLst>
          </p:cNvPr>
          <p:cNvPicPr>
            <a:picLocks noChangeAspect="1"/>
          </p:cNvPicPr>
          <p:nvPr/>
        </p:nvPicPr>
        <p:blipFill>
          <a:blip r:embed="rId2"/>
          <a:stretch>
            <a:fillRect/>
          </a:stretch>
        </p:blipFill>
        <p:spPr>
          <a:xfrm>
            <a:off x="264529" y="3226382"/>
            <a:ext cx="5967019" cy="2797652"/>
          </a:xfrm>
          <a:prstGeom prst="rect">
            <a:avLst/>
          </a:prstGeom>
        </p:spPr>
      </p:pic>
      <p:pic>
        <p:nvPicPr>
          <p:cNvPr id="5" name="Picture 4">
            <a:extLst>
              <a:ext uri="{FF2B5EF4-FFF2-40B4-BE49-F238E27FC236}">
                <a16:creationId xmlns:a16="http://schemas.microsoft.com/office/drawing/2014/main" id="{FF3CAA85-4D92-472C-B947-33698B6E8714}"/>
              </a:ext>
            </a:extLst>
          </p:cNvPr>
          <p:cNvPicPr>
            <a:picLocks noChangeAspect="1"/>
          </p:cNvPicPr>
          <p:nvPr/>
        </p:nvPicPr>
        <p:blipFill>
          <a:blip r:embed="rId3"/>
          <a:stretch>
            <a:fillRect/>
          </a:stretch>
        </p:blipFill>
        <p:spPr>
          <a:xfrm>
            <a:off x="6440111" y="3226381"/>
            <a:ext cx="5487359" cy="2797653"/>
          </a:xfrm>
          <a:prstGeom prst="rect">
            <a:avLst/>
          </a:prstGeom>
        </p:spPr>
      </p:pic>
    </p:spTree>
    <p:extLst>
      <p:ext uri="{BB962C8B-B14F-4D97-AF65-F5344CB8AC3E}">
        <p14:creationId xmlns:p14="http://schemas.microsoft.com/office/powerpoint/2010/main" val="3952312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BB9E2-4CDB-432D-8D07-EDCDB0FAAA81}"/>
              </a:ext>
            </a:extLst>
          </p:cNvPr>
          <p:cNvSpPr>
            <a:spLocks noGrp="1"/>
          </p:cNvSpPr>
          <p:nvPr>
            <p:ph type="title"/>
          </p:nvPr>
        </p:nvSpPr>
        <p:spPr>
          <a:xfrm>
            <a:off x="730965" y="0"/>
            <a:ext cx="10730070" cy="743055"/>
          </a:xfrm>
        </p:spPr>
        <p:txBody>
          <a:bodyPr/>
          <a:lstStyle/>
          <a:p>
            <a:pPr algn="ctr"/>
            <a:r>
              <a:rPr lang="en-US" dirty="0" err="1"/>
              <a:t>Metodologi</a:t>
            </a:r>
            <a:r>
              <a:rPr lang="en-US" dirty="0"/>
              <a:t> Inovasi</a:t>
            </a:r>
          </a:p>
        </p:txBody>
      </p:sp>
      <p:sp>
        <p:nvSpPr>
          <p:cNvPr id="3" name="Content Placeholder 2">
            <a:extLst>
              <a:ext uri="{FF2B5EF4-FFF2-40B4-BE49-F238E27FC236}">
                <a16:creationId xmlns:a16="http://schemas.microsoft.com/office/drawing/2014/main" id="{B4E49D83-FC69-4670-B45C-1698E61986A3}"/>
              </a:ext>
            </a:extLst>
          </p:cNvPr>
          <p:cNvSpPr>
            <a:spLocks noGrp="1"/>
          </p:cNvSpPr>
          <p:nvPr>
            <p:ph idx="1"/>
          </p:nvPr>
        </p:nvSpPr>
        <p:spPr>
          <a:xfrm>
            <a:off x="623730" y="710023"/>
            <a:ext cx="10944540" cy="5293212"/>
          </a:xfrm>
        </p:spPr>
        <p:txBody>
          <a:bodyPr>
            <a:noAutofit/>
          </a:bodyPr>
          <a:lstStyle/>
          <a:p>
            <a:pPr marL="0" indent="0" algn="just">
              <a:buNone/>
            </a:pPr>
            <a:r>
              <a:rPr lang="en-US" sz="2400" dirty="0"/>
              <a:t>1. </a:t>
            </a:r>
            <a:r>
              <a:rPr lang="en-US" sz="2400" dirty="0" err="1"/>
              <a:t>Pendekatan</a:t>
            </a:r>
            <a:r>
              <a:rPr lang="en-US" sz="2400" dirty="0"/>
              <a:t> </a:t>
            </a:r>
            <a:r>
              <a:rPr lang="en-US" sz="2400" dirty="0" err="1"/>
              <a:t>Konseptual</a:t>
            </a:r>
            <a:r>
              <a:rPr lang="en-US" sz="2400" dirty="0"/>
              <a:t> (Concept Development)</a:t>
            </a:r>
          </a:p>
          <a:p>
            <a:pPr marL="571500" indent="-342900" algn="just"/>
            <a:r>
              <a:rPr lang="en-US" sz="2400" dirty="0"/>
              <a:t>Studi </a:t>
            </a:r>
            <a:r>
              <a:rPr lang="en-US" sz="2400" dirty="0" err="1"/>
              <a:t>Literatur</a:t>
            </a:r>
            <a:r>
              <a:rPr lang="en-US" sz="2400" dirty="0"/>
              <a:t> &amp; Gap Analysis (Kajian teknologi noise log </a:t>
            </a:r>
            <a:r>
              <a:rPr lang="en-US" sz="2400" dirty="0" err="1"/>
              <a:t>konvensional</a:t>
            </a:r>
            <a:r>
              <a:rPr lang="en-US" sz="2400" dirty="0"/>
              <a:t>, Benchmark </a:t>
            </a:r>
            <a:r>
              <a:rPr lang="en-US" sz="2400" dirty="0" err="1"/>
              <a:t>fitur</a:t>
            </a:r>
            <a:r>
              <a:rPr lang="en-US" sz="2400" dirty="0"/>
              <a:t>, </a:t>
            </a:r>
            <a:r>
              <a:rPr lang="en-US" sz="2400" dirty="0" err="1"/>
              <a:t>sensitivitas</a:t>
            </a:r>
            <a:r>
              <a:rPr lang="en-US" sz="2400" dirty="0"/>
              <a:t>, dan </a:t>
            </a:r>
            <a:r>
              <a:rPr lang="en-US" sz="2400" dirty="0" err="1"/>
              <a:t>performa</a:t>
            </a:r>
            <a:r>
              <a:rPr lang="en-US" sz="2400" dirty="0"/>
              <a:t>)</a:t>
            </a:r>
          </a:p>
          <a:p>
            <a:pPr marL="571500" indent="-342900" algn="just"/>
            <a:r>
              <a:rPr lang="en-US" sz="2400" dirty="0"/>
              <a:t>Formulasi </a:t>
            </a:r>
            <a:r>
              <a:rPr lang="en-US" sz="2400" dirty="0" err="1"/>
              <a:t>Konsep</a:t>
            </a:r>
            <a:r>
              <a:rPr lang="en-US" sz="2400" dirty="0"/>
              <a:t> (</a:t>
            </a:r>
            <a:r>
              <a:rPr lang="en-US" sz="2400" dirty="0" err="1"/>
              <a:t>Konsep</a:t>
            </a:r>
            <a:r>
              <a:rPr lang="en-US" sz="2400" dirty="0"/>
              <a:t> sensor </a:t>
            </a:r>
            <a:r>
              <a:rPr lang="en-US" sz="2400" dirty="0" err="1"/>
              <a:t>akustik</a:t>
            </a:r>
            <a:r>
              <a:rPr lang="en-US" sz="2400" dirty="0"/>
              <a:t> broadband, </a:t>
            </a:r>
            <a:r>
              <a:rPr lang="en-US" sz="2400" dirty="0" err="1"/>
              <a:t>Konsep</a:t>
            </a:r>
            <a:r>
              <a:rPr lang="en-US" sz="2400" dirty="0"/>
              <a:t> microphone array </a:t>
            </a:r>
            <a:r>
              <a:rPr lang="en-US" sz="2400" dirty="0" err="1"/>
              <a:t>untuk</a:t>
            </a:r>
            <a:r>
              <a:rPr lang="en-US" sz="2400" dirty="0"/>
              <a:t> directional, </a:t>
            </a:r>
            <a:r>
              <a:rPr lang="en-US" sz="2400" dirty="0" err="1"/>
              <a:t>Konsep</a:t>
            </a:r>
            <a:r>
              <a:rPr lang="en-US" sz="2400" dirty="0"/>
              <a:t> </a:t>
            </a:r>
            <a:r>
              <a:rPr lang="en-US" sz="2400" dirty="0" err="1"/>
              <a:t>pemrosesan</a:t>
            </a:r>
            <a:r>
              <a:rPr lang="en-US" sz="2400" dirty="0"/>
              <a:t> </a:t>
            </a:r>
            <a:r>
              <a:rPr lang="en-US" sz="2400" dirty="0" err="1"/>
              <a:t>sinyal</a:t>
            </a:r>
            <a:r>
              <a:rPr lang="en-US" sz="2400" dirty="0"/>
              <a:t> </a:t>
            </a:r>
            <a:r>
              <a:rPr lang="en-US" sz="2400" dirty="0" err="1"/>
              <a:t>adaptif</a:t>
            </a:r>
            <a:r>
              <a:rPr lang="en-US" sz="2400" dirty="0"/>
              <a:t> &amp; AI classification)</a:t>
            </a:r>
          </a:p>
          <a:p>
            <a:pPr marL="0" indent="0" algn="just">
              <a:buNone/>
            </a:pPr>
            <a:r>
              <a:rPr lang="en-US" sz="2400" dirty="0"/>
              <a:t>2. </a:t>
            </a:r>
            <a:r>
              <a:rPr lang="en-US" sz="2400" dirty="0" err="1"/>
              <a:t>Desain</a:t>
            </a:r>
            <a:r>
              <a:rPr lang="en-US" sz="2400" dirty="0"/>
              <a:t> &amp; Pengembangan (Design &amp; Development)</a:t>
            </a:r>
          </a:p>
          <a:p>
            <a:pPr marL="571500" indent="-342900" algn="just"/>
            <a:r>
              <a:rPr lang="en-US" sz="2400" dirty="0" err="1"/>
              <a:t>Desain</a:t>
            </a:r>
            <a:r>
              <a:rPr lang="en-US" sz="2400" dirty="0"/>
              <a:t> Hardware (</a:t>
            </a:r>
            <a:r>
              <a:rPr lang="en-US" sz="2400" dirty="0" err="1"/>
              <a:t>Desain</a:t>
            </a:r>
            <a:r>
              <a:rPr lang="en-US" sz="2400" dirty="0"/>
              <a:t> sensor piezoelectric: material, </a:t>
            </a:r>
            <a:r>
              <a:rPr lang="en-US" sz="2400" dirty="0" err="1"/>
              <a:t>resonansi</a:t>
            </a:r>
            <a:r>
              <a:rPr lang="en-US" sz="2400" dirty="0"/>
              <a:t>, bandwidth, </a:t>
            </a:r>
            <a:r>
              <a:rPr lang="en-US" sz="2400" dirty="0" err="1"/>
              <a:t>Desain</a:t>
            </a:r>
            <a:r>
              <a:rPr lang="en-US" sz="2400" dirty="0"/>
              <a:t> microphone array: </a:t>
            </a:r>
            <a:r>
              <a:rPr lang="en-US" sz="2400" dirty="0" err="1"/>
              <a:t>geometri</a:t>
            </a:r>
            <a:r>
              <a:rPr lang="en-US" sz="2400" dirty="0"/>
              <a:t>, spacing, beamforming target. </a:t>
            </a:r>
            <a:r>
              <a:rPr lang="en-US" sz="2400" dirty="0" err="1"/>
              <a:t>Desain</a:t>
            </a:r>
            <a:r>
              <a:rPr lang="en-US" sz="2400" dirty="0"/>
              <a:t> analog front-end (AFE): pre‑amplifier low-noise, filter. </a:t>
            </a:r>
            <a:r>
              <a:rPr lang="en-US" sz="2400" dirty="0" err="1"/>
              <a:t>Desain</a:t>
            </a:r>
            <a:r>
              <a:rPr lang="en-US" sz="2400" dirty="0"/>
              <a:t> mechanical housing (Inconel/Titanium). </a:t>
            </a:r>
            <a:r>
              <a:rPr lang="en-US" sz="2400" dirty="0" err="1"/>
              <a:t>Desain</a:t>
            </a:r>
            <a:r>
              <a:rPr lang="en-US" sz="2400" dirty="0"/>
              <a:t> thermal management (</a:t>
            </a:r>
            <a:r>
              <a:rPr lang="en-US" sz="2400" dirty="0" err="1"/>
              <a:t>insulasi</a:t>
            </a:r>
            <a:r>
              <a:rPr lang="en-US" sz="2400" dirty="0"/>
              <a:t> </a:t>
            </a:r>
            <a:r>
              <a:rPr lang="en-US" sz="2400" dirty="0" err="1"/>
              <a:t>elektronik</a:t>
            </a:r>
            <a:r>
              <a:rPr lang="en-US" sz="2400" dirty="0"/>
              <a:t> HT)</a:t>
            </a:r>
          </a:p>
          <a:p>
            <a:pPr marL="571500" indent="-342900" algn="just"/>
            <a:r>
              <a:rPr lang="en-US" sz="2400" dirty="0" err="1"/>
              <a:t>Algoritma</a:t>
            </a:r>
            <a:r>
              <a:rPr lang="en-US" sz="2400" dirty="0"/>
              <a:t> filtering: adaptive, wavelet, band-pass. </a:t>
            </a:r>
            <a:r>
              <a:rPr lang="en-US" sz="2400" dirty="0" err="1"/>
              <a:t>Analisis</a:t>
            </a:r>
            <a:r>
              <a:rPr lang="en-US" sz="2400" dirty="0"/>
              <a:t> </a:t>
            </a:r>
            <a:r>
              <a:rPr lang="en-US" sz="2400" dirty="0" err="1"/>
              <a:t>spektrum</a:t>
            </a:r>
            <a:r>
              <a:rPr lang="en-US" sz="2400" dirty="0"/>
              <a:t>: STFT, CWT, spectrogram. Machine Learning / AI: model classification </a:t>
            </a:r>
            <a:r>
              <a:rPr lang="en-US" sz="2400" dirty="0" err="1"/>
              <a:t>jenis</a:t>
            </a:r>
            <a:r>
              <a:rPr lang="en-US" sz="2400" dirty="0"/>
              <a:t> leak, severity estimation, anomaly detection. Real-time interface &amp; data logger.</a:t>
            </a:r>
          </a:p>
        </p:txBody>
      </p:sp>
    </p:spTree>
    <p:extLst>
      <p:ext uri="{BB962C8B-B14F-4D97-AF65-F5344CB8AC3E}">
        <p14:creationId xmlns:p14="http://schemas.microsoft.com/office/powerpoint/2010/main" val="3701357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BB9E2-4CDB-432D-8D07-EDCDB0FAAA81}"/>
              </a:ext>
            </a:extLst>
          </p:cNvPr>
          <p:cNvSpPr>
            <a:spLocks noGrp="1"/>
          </p:cNvSpPr>
          <p:nvPr>
            <p:ph type="title"/>
          </p:nvPr>
        </p:nvSpPr>
        <p:spPr>
          <a:xfrm>
            <a:off x="730965" y="0"/>
            <a:ext cx="10730070" cy="743055"/>
          </a:xfrm>
        </p:spPr>
        <p:txBody>
          <a:bodyPr/>
          <a:lstStyle/>
          <a:p>
            <a:pPr algn="ctr"/>
            <a:r>
              <a:rPr lang="en-US" dirty="0" err="1"/>
              <a:t>Metodologi</a:t>
            </a:r>
            <a:r>
              <a:rPr lang="en-US" dirty="0"/>
              <a:t> Inovasi</a:t>
            </a:r>
          </a:p>
        </p:txBody>
      </p:sp>
      <p:sp>
        <p:nvSpPr>
          <p:cNvPr id="3" name="Content Placeholder 2">
            <a:extLst>
              <a:ext uri="{FF2B5EF4-FFF2-40B4-BE49-F238E27FC236}">
                <a16:creationId xmlns:a16="http://schemas.microsoft.com/office/drawing/2014/main" id="{B4E49D83-FC69-4670-B45C-1698E61986A3}"/>
              </a:ext>
            </a:extLst>
          </p:cNvPr>
          <p:cNvSpPr>
            <a:spLocks noGrp="1"/>
          </p:cNvSpPr>
          <p:nvPr>
            <p:ph idx="1"/>
          </p:nvPr>
        </p:nvSpPr>
        <p:spPr>
          <a:xfrm>
            <a:off x="623730" y="710023"/>
            <a:ext cx="10944540" cy="5437954"/>
          </a:xfrm>
        </p:spPr>
        <p:txBody>
          <a:bodyPr>
            <a:noAutofit/>
          </a:bodyPr>
          <a:lstStyle/>
          <a:p>
            <a:pPr marL="0" indent="0">
              <a:buNone/>
            </a:pPr>
            <a:r>
              <a:rPr lang="en-US" sz="2400" dirty="0"/>
              <a:t>3. </a:t>
            </a:r>
            <a:r>
              <a:rPr lang="en-US" sz="2400" dirty="0" err="1"/>
              <a:t>Simulasi</a:t>
            </a:r>
            <a:r>
              <a:rPr lang="en-US" sz="2400" dirty="0"/>
              <a:t> dan Modeling</a:t>
            </a:r>
          </a:p>
          <a:p>
            <a:pPr marL="514350" indent="-285750"/>
            <a:r>
              <a:rPr lang="en-US" sz="2400" dirty="0" err="1"/>
              <a:t>Akustik</a:t>
            </a:r>
            <a:r>
              <a:rPr lang="en-US" sz="2400" dirty="0"/>
              <a:t> Flow Modeling (Pemodelan </a:t>
            </a:r>
            <a:r>
              <a:rPr lang="en-US" sz="2400" dirty="0" err="1"/>
              <a:t>propagasi</a:t>
            </a:r>
            <a:r>
              <a:rPr lang="en-US" sz="2400" dirty="0"/>
              <a:t> </a:t>
            </a:r>
            <a:r>
              <a:rPr lang="en-US" sz="2400" dirty="0" err="1"/>
              <a:t>gelombang</a:t>
            </a:r>
            <a:r>
              <a:rPr lang="en-US" sz="2400" dirty="0"/>
              <a:t> </a:t>
            </a:r>
            <a:r>
              <a:rPr lang="en-US" sz="2400" dirty="0" err="1"/>
              <a:t>akustik</a:t>
            </a:r>
            <a:r>
              <a:rPr lang="en-US" sz="2400" dirty="0"/>
              <a:t> di casing–cement–formation</a:t>
            </a:r>
          </a:p>
          <a:p>
            <a:pPr marL="514350" indent="-285750"/>
            <a:r>
              <a:rPr lang="en-US" sz="2400" dirty="0"/>
              <a:t>Model </a:t>
            </a:r>
            <a:r>
              <a:rPr lang="en-US" sz="2400" dirty="0" err="1"/>
              <a:t>kebocoran</a:t>
            </a:r>
            <a:r>
              <a:rPr lang="en-US" sz="2400" dirty="0"/>
              <a:t>: micro‑fracture, channeling, annulus leak</a:t>
            </a:r>
          </a:p>
          <a:p>
            <a:pPr marL="514350" indent="-285750"/>
            <a:r>
              <a:rPr lang="en-US" sz="2400" dirty="0" err="1"/>
              <a:t>Simulasi</a:t>
            </a:r>
            <a:r>
              <a:rPr lang="en-US" sz="2400" dirty="0"/>
              <a:t> </a:t>
            </a:r>
            <a:r>
              <a:rPr lang="en-US" sz="2400" dirty="0" err="1"/>
              <a:t>hubungan</a:t>
            </a:r>
            <a:r>
              <a:rPr lang="en-US" sz="2400" dirty="0"/>
              <a:t> flow rate vs amplitude vs frequency)</a:t>
            </a:r>
          </a:p>
          <a:p>
            <a:pPr marL="514350" indent="-285750"/>
            <a:r>
              <a:rPr lang="en-US" sz="2400" dirty="0"/>
              <a:t>Sensor &amp; Array Modeling (</a:t>
            </a:r>
            <a:r>
              <a:rPr lang="en-US" sz="2400" dirty="0" err="1"/>
              <a:t>Simulasi</a:t>
            </a:r>
            <a:r>
              <a:rPr lang="en-US" sz="2400" dirty="0"/>
              <a:t> respon sensor (MATLAB/COMSOL)</a:t>
            </a:r>
          </a:p>
          <a:p>
            <a:pPr marL="514350" indent="-285750"/>
            <a:r>
              <a:rPr lang="en-US" sz="2400" dirty="0"/>
              <a:t>Beamforming simulation </a:t>
            </a:r>
            <a:r>
              <a:rPr lang="en-US" sz="2400" dirty="0" err="1"/>
              <a:t>untuk</a:t>
            </a:r>
            <a:r>
              <a:rPr lang="en-US" sz="2400" dirty="0"/>
              <a:t> directional detection</a:t>
            </a:r>
          </a:p>
          <a:p>
            <a:pPr marL="514350" indent="-285750"/>
            <a:r>
              <a:rPr lang="en-US" sz="2400" dirty="0"/>
              <a:t>Model noise natural vs leak noise)</a:t>
            </a:r>
          </a:p>
          <a:p>
            <a:pPr marL="0" indent="0">
              <a:buNone/>
            </a:pPr>
            <a:r>
              <a:rPr lang="en-US" sz="2400" dirty="0"/>
              <a:t>4. Pembuatan </a:t>
            </a:r>
            <a:r>
              <a:rPr lang="en-US" sz="2400" dirty="0" err="1"/>
              <a:t>Prototipe</a:t>
            </a:r>
            <a:r>
              <a:rPr lang="en-US" sz="2400" dirty="0"/>
              <a:t> (Prototype Manufacturing)</a:t>
            </a:r>
          </a:p>
          <a:p>
            <a:pPr marL="514350" indent="-285750"/>
            <a:r>
              <a:rPr lang="en-US" sz="2400" dirty="0"/>
              <a:t>Prototype </a:t>
            </a:r>
            <a:r>
              <a:rPr lang="en-US" sz="2400" dirty="0" err="1"/>
              <a:t>Generasi</a:t>
            </a:r>
            <a:r>
              <a:rPr lang="en-US" sz="2400" dirty="0"/>
              <a:t> I (Pembuatan sensor unit, </a:t>
            </a:r>
            <a:r>
              <a:rPr lang="en-US" sz="2400" dirty="0" err="1"/>
              <a:t>Elektronik</a:t>
            </a:r>
            <a:r>
              <a:rPr lang="en-US" sz="2400" dirty="0"/>
              <a:t> </a:t>
            </a:r>
            <a:r>
              <a:rPr lang="en-US" sz="2400" dirty="0" err="1"/>
              <a:t>dasar</a:t>
            </a:r>
            <a:r>
              <a:rPr lang="en-US" sz="2400" dirty="0"/>
              <a:t> AFE + ADC Housing </a:t>
            </a:r>
            <a:r>
              <a:rPr lang="en-US" sz="2400" dirty="0" err="1"/>
              <a:t>mekanik</a:t>
            </a:r>
            <a:r>
              <a:rPr lang="en-US" sz="2400" dirty="0"/>
              <a:t> </a:t>
            </a:r>
            <a:r>
              <a:rPr lang="en-US" sz="2400" dirty="0" err="1"/>
              <a:t>awal</a:t>
            </a:r>
            <a:r>
              <a:rPr lang="en-US" sz="2400" dirty="0"/>
              <a:t>)</a:t>
            </a:r>
          </a:p>
          <a:p>
            <a:pPr marL="514350" indent="-285750"/>
            <a:r>
              <a:rPr lang="en-US" sz="2400" dirty="0"/>
              <a:t>Prototype </a:t>
            </a:r>
            <a:r>
              <a:rPr lang="en-US" sz="2400" dirty="0" err="1"/>
              <a:t>Generasi</a:t>
            </a:r>
            <a:r>
              <a:rPr lang="en-US" sz="2400" dirty="0"/>
              <a:t> II (Refinement) </a:t>
            </a:r>
            <a:r>
              <a:rPr lang="en-US" sz="2400" dirty="0" err="1"/>
              <a:t>Integrasi</a:t>
            </a:r>
            <a:r>
              <a:rPr lang="en-US" sz="2400" dirty="0"/>
              <a:t> microphone array, </a:t>
            </a:r>
            <a:r>
              <a:rPr lang="en-US" sz="2400" dirty="0" err="1"/>
              <a:t>Perbaikan</a:t>
            </a:r>
            <a:r>
              <a:rPr lang="en-US" sz="2400" dirty="0"/>
              <a:t> noise floor </a:t>
            </a:r>
            <a:r>
              <a:rPr lang="en-US" sz="2400" dirty="0" err="1"/>
              <a:t>elektronik</a:t>
            </a:r>
            <a:r>
              <a:rPr lang="en-US" sz="2400" dirty="0"/>
              <a:t>, </a:t>
            </a:r>
            <a:r>
              <a:rPr lang="en-US" sz="2400" dirty="0" err="1"/>
              <a:t>Perbaikan</a:t>
            </a:r>
            <a:r>
              <a:rPr lang="en-US" sz="2400" dirty="0"/>
              <a:t> software </a:t>
            </a:r>
            <a:r>
              <a:rPr lang="en-US" sz="2400" dirty="0" err="1"/>
              <a:t>berbasis</a:t>
            </a:r>
            <a:r>
              <a:rPr lang="en-US" sz="2400" dirty="0"/>
              <a:t> feedback test lab</a:t>
            </a:r>
          </a:p>
        </p:txBody>
      </p:sp>
    </p:spTree>
    <p:extLst>
      <p:ext uri="{BB962C8B-B14F-4D97-AF65-F5344CB8AC3E}">
        <p14:creationId xmlns:p14="http://schemas.microsoft.com/office/powerpoint/2010/main" val="4027111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715003"/>
          </a:xfrm>
        </p:spPr>
        <p:txBody>
          <a:bodyPr>
            <a:normAutofit/>
          </a:bodyPr>
          <a:lstStyle/>
          <a:p>
            <a:pPr algn="ctr"/>
            <a:r>
              <a:rPr lang="en-US" sz="4000" b="1" dirty="0">
                <a:latin typeface="Futura Book"/>
              </a:rPr>
              <a:t>Poin Inovasi</a:t>
            </a:r>
          </a:p>
        </p:txBody>
      </p:sp>
      <p:sp>
        <p:nvSpPr>
          <p:cNvPr id="3" name="Content Placeholder 2"/>
          <p:cNvSpPr>
            <a:spLocks noGrp="1"/>
          </p:cNvSpPr>
          <p:nvPr>
            <p:ph idx="1"/>
          </p:nvPr>
        </p:nvSpPr>
        <p:spPr>
          <a:xfrm>
            <a:off x="838200" y="715003"/>
            <a:ext cx="10515600" cy="5461959"/>
          </a:xfrm>
        </p:spPr>
        <p:txBody>
          <a:bodyPr>
            <a:normAutofit fontScale="92500" lnSpcReduction="10000"/>
          </a:bodyPr>
          <a:lstStyle/>
          <a:p>
            <a:pPr marL="344488" indent="-344488">
              <a:buFont typeface="+mj-lt"/>
              <a:buAutoNum type="arabicPeriod"/>
            </a:pPr>
            <a:r>
              <a:rPr lang="en-US" dirty="0"/>
              <a:t>Key Innovation</a:t>
            </a:r>
          </a:p>
          <a:p>
            <a:pPr marL="284162" indent="0">
              <a:lnSpc>
                <a:spcPct val="110000"/>
              </a:lnSpc>
              <a:buNone/>
            </a:pPr>
            <a:r>
              <a:rPr lang="en-US" sz="1900" dirty="0" err="1">
                <a:solidFill>
                  <a:srgbClr val="000000"/>
                </a:solidFill>
                <a:cs typeface="Arial" panose="020B0604020202020204" pitchFamily="34" charset="0"/>
              </a:rPr>
              <a:t>Mengembangkan</a:t>
            </a:r>
            <a:r>
              <a:rPr lang="en-US" sz="1900" dirty="0">
                <a:solidFill>
                  <a:srgbClr val="000000"/>
                </a:solidFill>
                <a:cs typeface="Arial" panose="020B0604020202020204" pitchFamily="34" charset="0"/>
              </a:rPr>
              <a:t> peralatan </a:t>
            </a:r>
            <a:r>
              <a:rPr lang="en-US" sz="1900" dirty="0" err="1">
                <a:solidFill>
                  <a:srgbClr val="000000"/>
                </a:solidFill>
                <a:cs typeface="Arial" panose="020B0604020202020204" pitchFamily="34" charset="0"/>
              </a:rPr>
              <a:t>untuk</a:t>
            </a:r>
            <a:r>
              <a:rPr lang="en-US" sz="1900" dirty="0">
                <a:solidFill>
                  <a:srgbClr val="000000"/>
                </a:solidFill>
                <a:cs typeface="Arial" panose="020B0604020202020204" pitchFamily="34" charset="0"/>
              </a:rPr>
              <a:t> </a:t>
            </a:r>
            <a:r>
              <a:rPr lang="en-US" sz="1900" dirty="0" err="1">
                <a:solidFill>
                  <a:srgbClr val="000000"/>
                </a:solidFill>
                <a:cs typeface="Arial" panose="020B0604020202020204" pitchFamily="34" charset="0"/>
              </a:rPr>
              <a:t>mendeteksi</a:t>
            </a:r>
            <a:r>
              <a:rPr lang="en-US" sz="1900" dirty="0">
                <a:solidFill>
                  <a:srgbClr val="000000"/>
                </a:solidFill>
                <a:cs typeface="Arial" panose="020B0604020202020204" pitchFamily="34" charset="0"/>
              </a:rPr>
              <a:t> </a:t>
            </a:r>
            <a:r>
              <a:rPr lang="en-US" sz="1900" dirty="0" err="1">
                <a:solidFill>
                  <a:srgbClr val="000000"/>
                </a:solidFill>
                <a:cs typeface="Arial" panose="020B0604020202020204" pitchFamily="34" charset="0"/>
              </a:rPr>
              <a:t>kebisingan</a:t>
            </a:r>
            <a:r>
              <a:rPr lang="en-US" sz="1900" dirty="0">
                <a:solidFill>
                  <a:srgbClr val="000000"/>
                </a:solidFill>
                <a:cs typeface="Arial" panose="020B0604020202020204" pitchFamily="34" charset="0"/>
              </a:rPr>
              <a:t> didalam </a:t>
            </a:r>
            <a:r>
              <a:rPr lang="en-US" sz="1900" dirty="0" err="1">
                <a:solidFill>
                  <a:srgbClr val="000000"/>
                </a:solidFill>
                <a:cs typeface="Arial" panose="020B0604020202020204" pitchFamily="34" charset="0"/>
              </a:rPr>
              <a:t>lubang</a:t>
            </a:r>
            <a:r>
              <a:rPr lang="en-US" sz="1900" dirty="0">
                <a:solidFill>
                  <a:srgbClr val="000000"/>
                </a:solidFill>
                <a:cs typeface="Arial" panose="020B0604020202020204" pitchFamily="34" charset="0"/>
              </a:rPr>
              <a:t> sumur </a:t>
            </a:r>
            <a:r>
              <a:rPr lang="en-US" sz="1900" dirty="0" err="1">
                <a:solidFill>
                  <a:srgbClr val="000000"/>
                </a:solidFill>
                <a:cs typeface="Arial" panose="020B0604020202020204" pitchFamily="34" charset="0"/>
              </a:rPr>
              <a:t>akibat</a:t>
            </a:r>
            <a:r>
              <a:rPr lang="en-US" sz="1900" dirty="0">
                <a:solidFill>
                  <a:srgbClr val="000000"/>
                </a:solidFill>
                <a:cs typeface="Arial" panose="020B0604020202020204" pitchFamily="34" charset="0"/>
              </a:rPr>
              <a:t> adanya </a:t>
            </a:r>
            <a:r>
              <a:rPr lang="en-US" sz="1900" dirty="0" err="1">
                <a:solidFill>
                  <a:srgbClr val="000000"/>
                </a:solidFill>
                <a:cs typeface="Arial" panose="020B0604020202020204" pitchFamily="34" charset="0"/>
              </a:rPr>
              <a:t>aliran</a:t>
            </a:r>
            <a:r>
              <a:rPr lang="en-US" sz="1900" dirty="0">
                <a:solidFill>
                  <a:srgbClr val="000000"/>
                </a:solidFill>
                <a:cs typeface="Arial" panose="020B0604020202020204" pitchFamily="34" charset="0"/>
              </a:rPr>
              <a:t> air dan </a:t>
            </a:r>
            <a:r>
              <a:rPr lang="en-US" sz="1900" dirty="0" err="1">
                <a:solidFill>
                  <a:srgbClr val="000000"/>
                </a:solidFill>
                <a:cs typeface="Arial" panose="020B0604020202020204" pitchFamily="34" charset="0"/>
              </a:rPr>
              <a:t>pengembangan</a:t>
            </a:r>
            <a:r>
              <a:rPr lang="en-US" sz="1900" dirty="0">
                <a:solidFill>
                  <a:srgbClr val="000000"/>
                </a:solidFill>
                <a:cs typeface="Arial" panose="020B0604020202020204" pitchFamily="34" charset="0"/>
              </a:rPr>
              <a:t> </a:t>
            </a:r>
            <a:r>
              <a:rPr lang="en-US" sz="1900" dirty="0" err="1">
                <a:solidFill>
                  <a:srgbClr val="000000"/>
                </a:solidFill>
                <a:cs typeface="Arial" panose="020B0604020202020204" pitchFamily="34" charset="0"/>
              </a:rPr>
              <a:t>perangkat</a:t>
            </a:r>
            <a:r>
              <a:rPr lang="en-US" sz="1900" dirty="0">
                <a:solidFill>
                  <a:srgbClr val="000000"/>
                </a:solidFill>
                <a:cs typeface="Arial" panose="020B0604020202020204" pitchFamily="34" charset="0"/>
              </a:rPr>
              <a:t> </a:t>
            </a:r>
            <a:r>
              <a:rPr lang="en-US" sz="1900" dirty="0" err="1">
                <a:solidFill>
                  <a:srgbClr val="000000"/>
                </a:solidFill>
                <a:cs typeface="Arial" panose="020B0604020202020204" pitchFamily="34" charset="0"/>
              </a:rPr>
              <a:t>lunak</a:t>
            </a:r>
            <a:r>
              <a:rPr lang="en-US" sz="1900" dirty="0">
                <a:solidFill>
                  <a:srgbClr val="000000"/>
                </a:solidFill>
                <a:cs typeface="Arial" panose="020B0604020202020204" pitchFamily="34" charset="0"/>
              </a:rPr>
              <a:t> </a:t>
            </a:r>
            <a:r>
              <a:rPr lang="en-US" sz="1900" dirty="0" err="1">
                <a:solidFill>
                  <a:srgbClr val="000000"/>
                </a:solidFill>
                <a:cs typeface="Arial" panose="020B0604020202020204" pitchFamily="34" charset="0"/>
              </a:rPr>
              <a:t>untuk</a:t>
            </a:r>
            <a:r>
              <a:rPr lang="en-US" sz="1900" dirty="0">
                <a:solidFill>
                  <a:srgbClr val="000000"/>
                </a:solidFill>
                <a:cs typeface="Arial" panose="020B0604020202020204" pitchFamily="34" charset="0"/>
              </a:rPr>
              <a:t> </a:t>
            </a:r>
            <a:r>
              <a:rPr lang="en-US" sz="1900" dirty="0" err="1">
                <a:solidFill>
                  <a:srgbClr val="000000"/>
                </a:solidFill>
                <a:cs typeface="Arial" panose="020B0604020202020204" pitchFamily="34" charset="0"/>
              </a:rPr>
              <a:t>memproses</a:t>
            </a:r>
            <a:r>
              <a:rPr lang="en-US" sz="1900" dirty="0">
                <a:solidFill>
                  <a:srgbClr val="000000"/>
                </a:solidFill>
                <a:cs typeface="Arial" panose="020B0604020202020204" pitchFamily="34" charset="0"/>
              </a:rPr>
              <a:t> data yang </a:t>
            </a:r>
            <a:r>
              <a:rPr lang="en-US" sz="1900" dirty="0" err="1">
                <a:solidFill>
                  <a:srgbClr val="000000"/>
                </a:solidFill>
                <a:cs typeface="Arial" panose="020B0604020202020204" pitchFamily="34" charset="0"/>
              </a:rPr>
              <a:t>direkam</a:t>
            </a:r>
            <a:r>
              <a:rPr lang="en-US" sz="1900" dirty="0">
                <a:solidFill>
                  <a:srgbClr val="000000"/>
                </a:solidFill>
                <a:cs typeface="Arial" panose="020B0604020202020204" pitchFamily="34" charset="0"/>
              </a:rPr>
              <a:t> menjadi bentuk visual</a:t>
            </a:r>
            <a:endParaRPr lang="en-US" sz="7200" dirty="0"/>
          </a:p>
          <a:p>
            <a:pPr marL="344488" indent="-344488">
              <a:buFont typeface="+mj-lt"/>
              <a:buAutoNum type="arabicPeriod" startAt="2"/>
            </a:pPr>
            <a:r>
              <a:rPr lang="en-US" dirty="0"/>
              <a:t>Key Deliverables</a:t>
            </a:r>
          </a:p>
          <a:p>
            <a:pPr marL="517525" indent="-169863" fontAlgn="t">
              <a:lnSpc>
                <a:spcPct val="100000"/>
              </a:lnSpc>
            </a:pPr>
            <a:r>
              <a:rPr lang="en-US" sz="2200" dirty="0">
                <a:solidFill>
                  <a:srgbClr val="000000"/>
                </a:solidFill>
                <a:cs typeface="Arial" panose="020B0604020202020204" pitchFamily="34" charset="0"/>
              </a:rPr>
              <a:t>Peralatan </a:t>
            </a:r>
            <a:r>
              <a:rPr lang="en-US" sz="2200" dirty="0" err="1">
                <a:solidFill>
                  <a:srgbClr val="000000"/>
                </a:solidFill>
                <a:cs typeface="Arial" panose="020B0604020202020204" pitchFamily="34" charset="0"/>
              </a:rPr>
              <a:t>untuk</a:t>
            </a:r>
            <a:r>
              <a:rPr lang="en-US" sz="2200" dirty="0">
                <a:solidFill>
                  <a:srgbClr val="000000"/>
                </a:solidFill>
                <a:cs typeface="Arial" panose="020B0604020202020204" pitchFamily="34" charset="0"/>
              </a:rPr>
              <a:t> </a:t>
            </a:r>
            <a:r>
              <a:rPr lang="en-US" sz="2200" dirty="0" err="1">
                <a:solidFill>
                  <a:srgbClr val="000000"/>
                </a:solidFill>
                <a:cs typeface="Arial" panose="020B0604020202020204" pitchFamily="34" charset="0"/>
              </a:rPr>
              <a:t>merekam</a:t>
            </a:r>
            <a:r>
              <a:rPr lang="en-US" sz="2200" dirty="0">
                <a:solidFill>
                  <a:srgbClr val="000000"/>
                </a:solidFill>
                <a:cs typeface="Arial" panose="020B0604020202020204" pitchFamily="34" charset="0"/>
              </a:rPr>
              <a:t> </a:t>
            </a:r>
            <a:r>
              <a:rPr lang="en-US" sz="2200" dirty="0" err="1">
                <a:solidFill>
                  <a:srgbClr val="000000"/>
                </a:solidFill>
                <a:cs typeface="Arial" panose="020B0604020202020204" pitchFamily="34" charset="0"/>
              </a:rPr>
              <a:t>suara</a:t>
            </a:r>
            <a:r>
              <a:rPr lang="en-US" sz="2200" dirty="0">
                <a:solidFill>
                  <a:srgbClr val="000000"/>
                </a:solidFill>
                <a:cs typeface="Arial" panose="020B0604020202020204" pitchFamily="34" charset="0"/>
              </a:rPr>
              <a:t> </a:t>
            </a:r>
            <a:r>
              <a:rPr lang="en-US" sz="2200" dirty="0" err="1">
                <a:solidFill>
                  <a:srgbClr val="000000"/>
                </a:solidFill>
                <a:cs typeface="Arial" panose="020B0604020202020204" pitchFamily="34" charset="0"/>
              </a:rPr>
              <a:t>didalam</a:t>
            </a:r>
            <a:r>
              <a:rPr lang="en-US" sz="2200" dirty="0">
                <a:solidFill>
                  <a:srgbClr val="000000"/>
                </a:solidFill>
                <a:cs typeface="Arial" panose="020B0604020202020204" pitchFamily="34" charset="0"/>
              </a:rPr>
              <a:t> </a:t>
            </a:r>
            <a:r>
              <a:rPr lang="en-US" sz="2200" dirty="0" err="1">
                <a:solidFill>
                  <a:srgbClr val="000000"/>
                </a:solidFill>
                <a:cs typeface="Arial" panose="020B0604020202020204" pitchFamily="34" charset="0"/>
              </a:rPr>
              <a:t>lubang</a:t>
            </a:r>
            <a:r>
              <a:rPr lang="en-US" sz="2200" dirty="0">
                <a:solidFill>
                  <a:srgbClr val="000000"/>
                </a:solidFill>
                <a:cs typeface="Arial" panose="020B0604020202020204" pitchFamily="34" charset="0"/>
              </a:rPr>
              <a:t> sumur</a:t>
            </a:r>
          </a:p>
          <a:p>
            <a:pPr marL="517525" indent="-169863" fontAlgn="t">
              <a:lnSpc>
                <a:spcPct val="100000"/>
              </a:lnSpc>
            </a:pPr>
            <a:r>
              <a:rPr lang="en-US" sz="2200" dirty="0">
                <a:solidFill>
                  <a:srgbClr val="000000"/>
                </a:solidFill>
                <a:cs typeface="Arial" panose="020B0604020202020204" pitchFamily="34" charset="0"/>
              </a:rPr>
              <a:t>Software </a:t>
            </a:r>
            <a:r>
              <a:rPr lang="en-US" sz="2200" dirty="0" err="1">
                <a:solidFill>
                  <a:srgbClr val="000000"/>
                </a:solidFill>
                <a:cs typeface="Arial" panose="020B0604020202020204" pitchFamily="34" charset="0"/>
              </a:rPr>
              <a:t>untuk</a:t>
            </a:r>
            <a:r>
              <a:rPr lang="en-US" sz="2200" dirty="0">
                <a:solidFill>
                  <a:srgbClr val="000000"/>
                </a:solidFill>
                <a:cs typeface="Arial" panose="020B0604020202020204" pitchFamily="34" charset="0"/>
              </a:rPr>
              <a:t> processing data </a:t>
            </a:r>
            <a:r>
              <a:rPr lang="en-US" sz="2200" dirty="0" err="1">
                <a:solidFill>
                  <a:srgbClr val="000000"/>
                </a:solidFill>
                <a:cs typeface="Arial" panose="020B0604020202020204" pitchFamily="34" charset="0"/>
              </a:rPr>
              <a:t>rekaman</a:t>
            </a:r>
            <a:r>
              <a:rPr lang="en-US" sz="2200" dirty="0">
                <a:solidFill>
                  <a:srgbClr val="000000"/>
                </a:solidFill>
                <a:cs typeface="Arial" panose="020B0604020202020204" pitchFamily="34" charset="0"/>
              </a:rPr>
              <a:t> menjadi bentuk visual</a:t>
            </a:r>
            <a:endParaRPr lang="en-US" sz="1900" dirty="0">
              <a:solidFill>
                <a:srgbClr val="000000"/>
              </a:solidFill>
              <a:cs typeface="Arial" panose="020B0604020202020204" pitchFamily="34" charset="0"/>
            </a:endParaRPr>
          </a:p>
          <a:p>
            <a:pPr marL="344488" indent="-344488">
              <a:buFont typeface="+mj-lt"/>
              <a:buAutoNum type="arabicPeriod" startAt="3"/>
            </a:pPr>
            <a:r>
              <a:rPr lang="en-US" dirty="0"/>
              <a:t>Added Value</a:t>
            </a:r>
          </a:p>
          <a:p>
            <a:pPr marL="517525" indent="-169863" fontAlgn="t">
              <a:lnSpc>
                <a:spcPct val="110000"/>
              </a:lnSpc>
              <a:tabLst>
                <a:tab pos="400050" algn="l"/>
              </a:tabLst>
            </a:pPr>
            <a:r>
              <a:rPr lang="en-US" sz="1900" dirty="0">
                <a:solidFill>
                  <a:srgbClr val="000000"/>
                </a:solidFill>
                <a:cs typeface="Arial" panose="020B0604020202020204" pitchFamily="34" charset="0"/>
              </a:rPr>
              <a:t>Dapat </a:t>
            </a:r>
            <a:r>
              <a:rPr lang="en-US" sz="1900" dirty="0" err="1">
                <a:solidFill>
                  <a:srgbClr val="000000"/>
                </a:solidFill>
                <a:cs typeface="Arial" panose="020B0604020202020204" pitchFamily="34" charset="0"/>
              </a:rPr>
              <a:t>mendeteksi</a:t>
            </a:r>
            <a:r>
              <a:rPr lang="en-US" sz="1900" dirty="0">
                <a:solidFill>
                  <a:srgbClr val="000000"/>
                </a:solidFill>
                <a:cs typeface="Arial" panose="020B0604020202020204" pitchFamily="34" charset="0"/>
              </a:rPr>
              <a:t> Channeling yang </a:t>
            </a:r>
            <a:r>
              <a:rPr lang="en-US" sz="1900" dirty="0" err="1">
                <a:solidFill>
                  <a:srgbClr val="000000"/>
                </a:solidFill>
                <a:cs typeface="Arial" panose="020B0604020202020204" pitchFamily="34" charset="0"/>
              </a:rPr>
              <a:t>terjadi</a:t>
            </a:r>
            <a:r>
              <a:rPr lang="en-US" sz="1900" dirty="0">
                <a:solidFill>
                  <a:srgbClr val="000000"/>
                </a:solidFill>
                <a:cs typeface="Arial" panose="020B0604020202020204" pitchFamily="34" charset="0"/>
              </a:rPr>
              <a:t> </a:t>
            </a:r>
            <a:r>
              <a:rPr lang="en-US" sz="1900" dirty="0" err="1">
                <a:solidFill>
                  <a:srgbClr val="000000"/>
                </a:solidFill>
                <a:cs typeface="Arial" panose="020B0604020202020204" pitchFamily="34" charset="0"/>
              </a:rPr>
              <a:t>dibelakang</a:t>
            </a:r>
            <a:r>
              <a:rPr lang="en-US" sz="1900" dirty="0">
                <a:solidFill>
                  <a:srgbClr val="000000"/>
                </a:solidFill>
                <a:cs typeface="Arial" panose="020B0604020202020204" pitchFamily="34" charset="0"/>
              </a:rPr>
              <a:t> casing atau di dalam semen</a:t>
            </a:r>
          </a:p>
          <a:p>
            <a:pPr marL="517525" indent="-169863" fontAlgn="t">
              <a:lnSpc>
                <a:spcPct val="110000"/>
              </a:lnSpc>
              <a:tabLst>
                <a:tab pos="400050" algn="l"/>
              </a:tabLst>
            </a:pPr>
            <a:r>
              <a:rPr lang="en-US" sz="1900" dirty="0">
                <a:solidFill>
                  <a:srgbClr val="000000"/>
                </a:solidFill>
                <a:cs typeface="Arial" panose="020B0604020202020204" pitchFamily="34" charset="0"/>
              </a:rPr>
              <a:t>Dapat </a:t>
            </a:r>
            <a:r>
              <a:rPr lang="en-US" sz="1900" dirty="0" err="1">
                <a:solidFill>
                  <a:srgbClr val="000000"/>
                </a:solidFill>
                <a:cs typeface="Arial" panose="020B0604020202020204" pitchFamily="34" charset="0"/>
              </a:rPr>
              <a:t>mendeteksi</a:t>
            </a:r>
            <a:r>
              <a:rPr lang="en-US" sz="1900" dirty="0">
                <a:solidFill>
                  <a:srgbClr val="000000"/>
                </a:solidFill>
                <a:cs typeface="Arial" panose="020B0604020202020204" pitchFamily="34" charset="0"/>
              </a:rPr>
              <a:t> </a:t>
            </a:r>
            <a:r>
              <a:rPr lang="en-US" sz="1900" dirty="0" err="1">
                <a:solidFill>
                  <a:srgbClr val="000000"/>
                </a:solidFill>
                <a:cs typeface="Arial" panose="020B0604020202020204" pitchFamily="34" charset="0"/>
              </a:rPr>
              <a:t>arah</a:t>
            </a:r>
            <a:r>
              <a:rPr lang="en-US" sz="1900" dirty="0">
                <a:solidFill>
                  <a:srgbClr val="000000"/>
                </a:solidFill>
                <a:cs typeface="Arial" panose="020B0604020202020204" pitchFamily="34" charset="0"/>
              </a:rPr>
              <a:t> </a:t>
            </a:r>
            <a:r>
              <a:rPr lang="en-US" sz="1900" dirty="0" err="1">
                <a:solidFill>
                  <a:srgbClr val="000000"/>
                </a:solidFill>
                <a:cs typeface="Arial" panose="020B0604020202020204" pitchFamily="34" charset="0"/>
              </a:rPr>
              <a:t>injeksi</a:t>
            </a:r>
            <a:r>
              <a:rPr lang="en-US" sz="1900" dirty="0">
                <a:solidFill>
                  <a:srgbClr val="000000"/>
                </a:solidFill>
                <a:cs typeface="Arial" panose="020B0604020202020204" pitchFamily="34" charset="0"/>
              </a:rPr>
              <a:t> air apakah </a:t>
            </a:r>
            <a:r>
              <a:rPr lang="en-US" sz="1900" dirty="0" err="1">
                <a:solidFill>
                  <a:srgbClr val="000000"/>
                </a:solidFill>
                <a:cs typeface="Arial" panose="020B0604020202020204" pitchFamily="34" charset="0"/>
              </a:rPr>
              <a:t>menuju</a:t>
            </a:r>
            <a:r>
              <a:rPr lang="en-US" sz="1900" dirty="0">
                <a:solidFill>
                  <a:srgbClr val="000000"/>
                </a:solidFill>
                <a:cs typeface="Arial" panose="020B0604020202020204" pitchFamily="34" charset="0"/>
              </a:rPr>
              <a:t> zona target atau ke zona lain</a:t>
            </a:r>
          </a:p>
          <a:p>
            <a:pPr marL="517525" indent="-169863" fontAlgn="t">
              <a:lnSpc>
                <a:spcPct val="110000"/>
              </a:lnSpc>
              <a:tabLst>
                <a:tab pos="400050" algn="l"/>
              </a:tabLst>
            </a:pPr>
            <a:r>
              <a:rPr lang="en-US" sz="1900" dirty="0">
                <a:solidFill>
                  <a:srgbClr val="000000"/>
                </a:solidFill>
                <a:cs typeface="Arial" panose="020B0604020202020204" pitchFamily="34" charset="0"/>
              </a:rPr>
              <a:t>Dapat </a:t>
            </a:r>
            <a:r>
              <a:rPr lang="en-US" sz="1900" dirty="0" err="1">
                <a:solidFill>
                  <a:srgbClr val="000000"/>
                </a:solidFill>
                <a:cs typeface="Arial" panose="020B0604020202020204" pitchFamily="34" charset="0"/>
              </a:rPr>
              <a:t>mendeteksi</a:t>
            </a:r>
            <a:r>
              <a:rPr lang="en-US" sz="1900" dirty="0">
                <a:solidFill>
                  <a:srgbClr val="000000"/>
                </a:solidFill>
                <a:cs typeface="Arial" panose="020B0604020202020204" pitchFamily="34" charset="0"/>
              </a:rPr>
              <a:t> </a:t>
            </a:r>
            <a:r>
              <a:rPr lang="en-US" sz="1900" dirty="0" err="1">
                <a:solidFill>
                  <a:srgbClr val="000000"/>
                </a:solidFill>
                <a:cs typeface="Arial" panose="020B0604020202020204" pitchFamily="34" charset="0"/>
              </a:rPr>
              <a:t>kebocoran</a:t>
            </a:r>
            <a:r>
              <a:rPr lang="en-US" sz="1900" dirty="0">
                <a:solidFill>
                  <a:srgbClr val="000000"/>
                </a:solidFill>
                <a:cs typeface="Arial" panose="020B0604020202020204" pitchFamily="34" charset="0"/>
              </a:rPr>
              <a:t> yang </a:t>
            </a:r>
            <a:r>
              <a:rPr lang="en-US" sz="1900" dirty="0" err="1">
                <a:solidFill>
                  <a:srgbClr val="000000"/>
                </a:solidFill>
                <a:cs typeface="Arial" panose="020B0604020202020204" pitchFamily="34" charset="0"/>
              </a:rPr>
              <a:t>terjadi</a:t>
            </a:r>
            <a:r>
              <a:rPr lang="en-US" sz="1900" dirty="0">
                <a:solidFill>
                  <a:srgbClr val="000000"/>
                </a:solidFill>
                <a:cs typeface="Arial" panose="020B0604020202020204" pitchFamily="34" charset="0"/>
              </a:rPr>
              <a:t> </a:t>
            </a:r>
            <a:r>
              <a:rPr lang="en-US" sz="1900" dirty="0" err="1">
                <a:solidFill>
                  <a:srgbClr val="000000"/>
                </a:solidFill>
                <a:cs typeface="Arial" panose="020B0604020202020204" pitchFamily="34" charset="0"/>
              </a:rPr>
              <a:t>didalam</a:t>
            </a:r>
            <a:r>
              <a:rPr lang="en-US" sz="1900" dirty="0">
                <a:solidFill>
                  <a:srgbClr val="000000"/>
                </a:solidFill>
                <a:cs typeface="Arial" panose="020B0604020202020204" pitchFamily="34" charset="0"/>
              </a:rPr>
              <a:t> </a:t>
            </a:r>
            <a:r>
              <a:rPr lang="en-US" sz="1900" dirty="0" err="1">
                <a:solidFill>
                  <a:srgbClr val="000000"/>
                </a:solidFill>
                <a:cs typeface="Arial" panose="020B0604020202020204" pitchFamily="34" charset="0"/>
              </a:rPr>
              <a:t>lubang</a:t>
            </a:r>
            <a:r>
              <a:rPr lang="en-US" sz="1900" dirty="0">
                <a:solidFill>
                  <a:srgbClr val="000000"/>
                </a:solidFill>
                <a:cs typeface="Arial" panose="020B0604020202020204" pitchFamily="34" charset="0"/>
              </a:rPr>
              <a:t> sumur apakah di tubing, casing atau packer</a:t>
            </a:r>
          </a:p>
          <a:p>
            <a:pPr marL="344488" indent="-344488">
              <a:buFont typeface="+mj-lt"/>
              <a:buAutoNum type="arabicPeriod" startAt="4"/>
            </a:pPr>
            <a:r>
              <a:rPr lang="en-US" dirty="0" err="1"/>
              <a:t>Potensi</a:t>
            </a:r>
            <a:r>
              <a:rPr lang="en-US" dirty="0"/>
              <a:t> HAKI</a:t>
            </a:r>
          </a:p>
          <a:p>
            <a:pPr marL="517525" indent="-169863" fontAlgn="t">
              <a:lnSpc>
                <a:spcPct val="110000"/>
              </a:lnSpc>
              <a:tabLst>
                <a:tab pos="400050" algn="l"/>
              </a:tabLst>
            </a:pPr>
            <a:r>
              <a:rPr lang="en-US" sz="1900" dirty="0" err="1">
                <a:solidFill>
                  <a:srgbClr val="000000"/>
                </a:solidFill>
                <a:cs typeface="Arial" panose="020B0604020202020204" pitchFamily="34" charset="0"/>
              </a:rPr>
              <a:t>Tepat</a:t>
            </a:r>
            <a:r>
              <a:rPr lang="en-US" sz="1900" dirty="0">
                <a:solidFill>
                  <a:srgbClr val="000000"/>
                </a:solidFill>
                <a:cs typeface="Arial" panose="020B0604020202020204" pitchFamily="34" charset="0"/>
              </a:rPr>
              <a:t> </a:t>
            </a:r>
            <a:r>
              <a:rPr lang="en-US" sz="1900" dirty="0" err="1">
                <a:solidFill>
                  <a:srgbClr val="000000"/>
                </a:solidFill>
                <a:cs typeface="Arial" panose="020B0604020202020204" pitchFamily="34" charset="0"/>
              </a:rPr>
              <a:t>Guna</a:t>
            </a:r>
            <a:r>
              <a:rPr lang="en-US" sz="1900" dirty="0">
                <a:solidFill>
                  <a:srgbClr val="000000"/>
                </a:solidFill>
                <a:cs typeface="Arial" panose="020B0604020202020204" pitchFamily="34" charset="0"/>
              </a:rPr>
              <a:t> : Dapat </a:t>
            </a:r>
            <a:r>
              <a:rPr lang="en-US" sz="1900" dirty="0" err="1">
                <a:solidFill>
                  <a:srgbClr val="000000"/>
                </a:solidFill>
                <a:cs typeface="Arial" panose="020B0604020202020204" pitchFamily="34" charset="0"/>
              </a:rPr>
              <a:t>diterapkan</a:t>
            </a:r>
            <a:r>
              <a:rPr lang="en-US" sz="1900" dirty="0">
                <a:solidFill>
                  <a:srgbClr val="000000"/>
                </a:solidFill>
                <a:cs typeface="Arial" panose="020B0604020202020204" pitchFamily="34" charset="0"/>
              </a:rPr>
              <a:t> dalam </a:t>
            </a:r>
            <a:r>
              <a:rPr lang="en-US" sz="1900" dirty="0" err="1">
                <a:solidFill>
                  <a:srgbClr val="000000"/>
                </a:solidFill>
                <a:cs typeface="Arial" panose="020B0604020202020204" pitchFamily="34" charset="0"/>
              </a:rPr>
              <a:t>industri</a:t>
            </a:r>
            <a:r>
              <a:rPr lang="en-US" sz="1900" dirty="0">
                <a:solidFill>
                  <a:srgbClr val="000000"/>
                </a:solidFill>
                <a:cs typeface="Arial" panose="020B0604020202020204" pitchFamily="34" charset="0"/>
              </a:rPr>
              <a:t>.</a:t>
            </a:r>
          </a:p>
          <a:p>
            <a:pPr marL="517525" indent="-169863" fontAlgn="t">
              <a:lnSpc>
                <a:spcPct val="110000"/>
              </a:lnSpc>
              <a:tabLst>
                <a:tab pos="400050" algn="l"/>
              </a:tabLst>
            </a:pPr>
            <a:r>
              <a:rPr lang="en-US" sz="1900" dirty="0" err="1">
                <a:solidFill>
                  <a:srgbClr val="000000"/>
                </a:solidFill>
                <a:cs typeface="Arial" panose="020B0604020202020204" pitchFamily="34" charset="0"/>
              </a:rPr>
              <a:t>Memiliki</a:t>
            </a:r>
            <a:r>
              <a:rPr lang="en-US" sz="1900" dirty="0">
                <a:solidFill>
                  <a:srgbClr val="000000"/>
                </a:solidFill>
                <a:cs typeface="Arial" panose="020B0604020202020204" pitchFamily="34" charset="0"/>
              </a:rPr>
              <a:t> added value, </a:t>
            </a:r>
            <a:r>
              <a:rPr lang="en-US" sz="1900" dirty="0" err="1">
                <a:solidFill>
                  <a:srgbClr val="000000"/>
                </a:solidFill>
                <a:cs typeface="Arial" panose="020B0604020202020204" pitchFamily="34" charset="0"/>
              </a:rPr>
              <a:t>bisa</a:t>
            </a:r>
            <a:r>
              <a:rPr lang="en-US" sz="1900" dirty="0">
                <a:solidFill>
                  <a:srgbClr val="000000"/>
                </a:solidFill>
                <a:cs typeface="Arial" panose="020B0604020202020204" pitchFamily="34" charset="0"/>
              </a:rPr>
              <a:t> dalam bentuk </a:t>
            </a:r>
            <a:r>
              <a:rPr lang="en-US" sz="1900" dirty="0" err="1">
                <a:solidFill>
                  <a:srgbClr val="000000"/>
                </a:solidFill>
                <a:cs typeface="Arial" panose="020B0604020202020204" pitchFamily="34" charset="0"/>
              </a:rPr>
              <a:t>keuntungan</a:t>
            </a:r>
            <a:r>
              <a:rPr lang="en-US" sz="1900" dirty="0">
                <a:solidFill>
                  <a:srgbClr val="000000"/>
                </a:solidFill>
                <a:cs typeface="Arial" panose="020B0604020202020204" pitchFamily="34" charset="0"/>
              </a:rPr>
              <a:t> </a:t>
            </a:r>
            <a:r>
              <a:rPr lang="en-US" sz="1900" dirty="0" err="1">
                <a:solidFill>
                  <a:srgbClr val="000000"/>
                </a:solidFill>
                <a:cs typeface="Arial" panose="020B0604020202020204" pitchFamily="34" charset="0"/>
              </a:rPr>
              <a:t>komersial</a:t>
            </a:r>
            <a:r>
              <a:rPr lang="en-US" sz="1900" dirty="0">
                <a:solidFill>
                  <a:srgbClr val="000000"/>
                </a:solidFill>
                <a:cs typeface="Arial" panose="020B0604020202020204" pitchFamily="34" charset="0"/>
              </a:rPr>
              <a:t>, </a:t>
            </a:r>
            <a:r>
              <a:rPr lang="en-US" sz="1900" dirty="0" err="1">
                <a:solidFill>
                  <a:srgbClr val="000000"/>
                </a:solidFill>
                <a:cs typeface="Arial" panose="020B0604020202020204" pitchFamily="34" charset="0"/>
              </a:rPr>
              <a:t>kehandalan</a:t>
            </a:r>
            <a:r>
              <a:rPr lang="en-US" sz="1900" dirty="0">
                <a:solidFill>
                  <a:srgbClr val="000000"/>
                </a:solidFill>
                <a:cs typeface="Arial" panose="020B0604020202020204" pitchFamily="34" charset="0"/>
              </a:rPr>
              <a:t> produk, efektif dan </a:t>
            </a:r>
            <a:r>
              <a:rPr lang="en-US" sz="1900" dirty="0" err="1">
                <a:solidFill>
                  <a:srgbClr val="000000"/>
                </a:solidFill>
                <a:cs typeface="Arial" panose="020B0604020202020204" pitchFamily="34" charset="0"/>
              </a:rPr>
              <a:t>efisien</a:t>
            </a:r>
            <a:endParaRPr lang="en-US" sz="1900" dirty="0">
              <a:solidFill>
                <a:srgbClr val="000000"/>
              </a:solidFill>
              <a:cs typeface="Arial" panose="020B0604020202020204" pitchFamily="34" charset="0"/>
            </a:endParaRPr>
          </a:p>
          <a:p>
            <a:pPr marL="344488" indent="-114300"/>
            <a:endParaRPr lang="en-US" sz="1400" dirty="0">
              <a:solidFill>
                <a:srgbClr val="000000"/>
              </a:solidFill>
              <a:cs typeface="Arial" panose="020B0604020202020204" pitchFamily="34" charset="0"/>
            </a:endParaRPr>
          </a:p>
        </p:txBody>
      </p:sp>
      <p:sp>
        <p:nvSpPr>
          <p:cNvPr id="4" name="Rectangle 3">
            <a:extLst>
              <a:ext uri="{FF2B5EF4-FFF2-40B4-BE49-F238E27FC236}">
                <a16:creationId xmlns:a16="http://schemas.microsoft.com/office/drawing/2014/main" id="{9C0D37BF-18A9-43D2-86FB-901E658A36B8}"/>
              </a:ext>
            </a:extLst>
          </p:cNvPr>
          <p:cNvSpPr/>
          <p:nvPr/>
        </p:nvSpPr>
        <p:spPr>
          <a:xfrm>
            <a:off x="0" y="6262048"/>
            <a:ext cx="12192001" cy="595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95758">
              <a:defRPr/>
            </a:pPr>
            <a:endParaRPr lang="en-US" sz="1567">
              <a:solidFill>
                <a:prstClr val="white"/>
              </a:solidFill>
            </a:endParaRPr>
          </a:p>
        </p:txBody>
      </p:sp>
      <p:pic>
        <p:nvPicPr>
          <p:cNvPr id="5" name="Picture 4">
            <a:extLst>
              <a:ext uri="{FF2B5EF4-FFF2-40B4-BE49-F238E27FC236}">
                <a16:creationId xmlns:a16="http://schemas.microsoft.com/office/drawing/2014/main" id="{D942DD8E-9EF0-42F3-82FC-828ACBDFB50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379795" y="-412595"/>
            <a:ext cx="3334213" cy="1538868"/>
          </a:xfrm>
          <a:prstGeom prst="rect">
            <a:avLst/>
          </a:prstGeom>
        </p:spPr>
      </p:pic>
      <p:pic>
        <p:nvPicPr>
          <p:cNvPr id="6" name="Picture 5">
            <a:extLst>
              <a:ext uri="{FF2B5EF4-FFF2-40B4-BE49-F238E27FC236}">
                <a16:creationId xmlns:a16="http://schemas.microsoft.com/office/drawing/2014/main" id="{C9C0911F-2D81-44B9-B657-63993BFA25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142997"/>
            <a:ext cx="1572544" cy="715003"/>
          </a:xfrm>
          <a:prstGeom prst="rect">
            <a:avLst/>
          </a:prstGeom>
        </p:spPr>
      </p:pic>
      <p:pic>
        <p:nvPicPr>
          <p:cNvPr id="7" name="Picture 6">
            <a:extLst>
              <a:ext uri="{FF2B5EF4-FFF2-40B4-BE49-F238E27FC236}">
                <a16:creationId xmlns:a16="http://schemas.microsoft.com/office/drawing/2014/main" id="{92CCED95-9CC1-4715-A5CF-A514164580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51174" y="6451989"/>
            <a:ext cx="1689652" cy="216070"/>
          </a:xfrm>
          <a:prstGeom prst="rect">
            <a:avLst/>
          </a:prstGeom>
        </p:spPr>
      </p:pic>
      <p:pic>
        <p:nvPicPr>
          <p:cNvPr id="8" name="Graphic 12">
            <a:extLst>
              <a:ext uri="{FF2B5EF4-FFF2-40B4-BE49-F238E27FC236}">
                <a16:creationId xmlns:a16="http://schemas.microsoft.com/office/drawing/2014/main" id="{7CB2DD97-CEE8-474E-89D4-CDB477C548F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53365" y="6348730"/>
            <a:ext cx="410076" cy="402912"/>
          </a:xfrm>
          <a:prstGeom prst="rect">
            <a:avLst/>
          </a:prstGeom>
        </p:spPr>
      </p:pic>
    </p:spTree>
    <p:extLst>
      <p:ext uri="{BB962C8B-B14F-4D97-AF65-F5344CB8AC3E}">
        <p14:creationId xmlns:p14="http://schemas.microsoft.com/office/powerpoint/2010/main" val="3376274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4CA48-A65B-48AF-9626-EC949534B257}"/>
              </a:ext>
            </a:extLst>
          </p:cNvPr>
          <p:cNvSpPr>
            <a:spLocks noGrp="1"/>
          </p:cNvSpPr>
          <p:nvPr>
            <p:ph type="title"/>
          </p:nvPr>
        </p:nvSpPr>
        <p:spPr/>
        <p:txBody>
          <a:bodyPr/>
          <a:lstStyle/>
          <a:p>
            <a:endParaRPr lang="en-US"/>
          </a:p>
        </p:txBody>
      </p:sp>
      <p:pic>
        <p:nvPicPr>
          <p:cNvPr id="4" name="Flow Behind Casing Quantification in Oil Producer Well">
            <a:hlinkClick r:id="" action="ppaction://media"/>
            <a:extLst>
              <a:ext uri="{FF2B5EF4-FFF2-40B4-BE49-F238E27FC236}">
                <a16:creationId xmlns:a16="http://schemas.microsoft.com/office/drawing/2014/main" id="{B3B021C8-E251-44F1-843A-FF673FC9116E}"/>
              </a:ext>
            </a:extLst>
          </p:cNvPr>
          <p:cNvPicPr>
            <a:picLocks noGrp="1" noChangeAspect="1"/>
          </p:cNvPicPr>
          <p:nvPr>
            <p:ph idx="1"/>
            <a:videoFile r:link="rId1"/>
            <p:extLst>
              <p:ext uri="{DAA4B4D4-6D71-4841-9C94-3DE7FCFB9230}">
                <p14:media xmlns:p14="http://schemas.microsoft.com/office/powerpoint/2010/main" r:embed="rId2">
                  <p14:trim st="21419" end="4381.6"/>
                </p14:media>
              </p:ext>
            </p:extLst>
          </p:nvPr>
        </p:nvPicPr>
        <p:blipFill rotWithShape="1">
          <a:blip r:embed="rId6"/>
          <a:srcRect l="6178" r="6618"/>
          <a:stretch/>
        </p:blipFill>
        <p:spPr>
          <a:xfrm>
            <a:off x="206678" y="227415"/>
            <a:ext cx="5920668" cy="3818995"/>
          </a:xfrm>
        </p:spPr>
      </p:pic>
      <p:pic>
        <p:nvPicPr>
          <p:cNvPr id="3" name="Picture 2">
            <a:extLst>
              <a:ext uri="{FF2B5EF4-FFF2-40B4-BE49-F238E27FC236}">
                <a16:creationId xmlns:a16="http://schemas.microsoft.com/office/drawing/2014/main" id="{AD3137E4-D93E-49C6-9F4E-170F6C02F217}"/>
              </a:ext>
            </a:extLst>
          </p:cNvPr>
          <p:cNvPicPr>
            <a:picLocks noChangeAspect="1"/>
          </p:cNvPicPr>
          <p:nvPr/>
        </p:nvPicPr>
        <p:blipFill>
          <a:blip r:embed="rId7"/>
          <a:stretch>
            <a:fillRect/>
          </a:stretch>
        </p:blipFill>
        <p:spPr>
          <a:xfrm>
            <a:off x="716669" y="4184120"/>
            <a:ext cx="4093870" cy="2584757"/>
          </a:xfrm>
          <a:prstGeom prst="rect">
            <a:avLst/>
          </a:prstGeom>
        </p:spPr>
      </p:pic>
      <p:sp>
        <p:nvSpPr>
          <p:cNvPr id="8" name="Rectangle 7">
            <a:extLst>
              <a:ext uri="{FF2B5EF4-FFF2-40B4-BE49-F238E27FC236}">
                <a16:creationId xmlns:a16="http://schemas.microsoft.com/office/drawing/2014/main" id="{4FA4B4BC-428D-40EB-94A0-1EB28BEF1A15}"/>
              </a:ext>
            </a:extLst>
          </p:cNvPr>
          <p:cNvSpPr/>
          <p:nvPr/>
        </p:nvSpPr>
        <p:spPr>
          <a:xfrm>
            <a:off x="4941738" y="5415657"/>
            <a:ext cx="6096000" cy="1077218"/>
          </a:xfrm>
          <a:prstGeom prst="rect">
            <a:avLst/>
          </a:prstGeom>
        </p:spPr>
        <p:txBody>
          <a:bodyPr>
            <a:spAutoFit/>
          </a:bodyPr>
          <a:lstStyle/>
          <a:p>
            <a:r>
              <a:rPr lang="en-US" sz="1600" dirty="0"/>
              <a:t>spectral noise logging tool which records data within four independent channels with different frequency ranges and amplification to the signal, which allows the acquisition of the entire noise spectrum data from 0.1 to 60.0 kHz without distortion. </a:t>
            </a:r>
          </a:p>
        </p:txBody>
      </p:sp>
      <p:pic>
        <p:nvPicPr>
          <p:cNvPr id="5" name="Well Integrity  Leak Detection">
            <a:hlinkClick r:id="" action="ppaction://media"/>
            <a:extLst>
              <a:ext uri="{FF2B5EF4-FFF2-40B4-BE49-F238E27FC236}">
                <a16:creationId xmlns:a16="http://schemas.microsoft.com/office/drawing/2014/main" id="{F87BF000-E09E-47A6-86BB-CA4351952A50}"/>
              </a:ext>
            </a:extLst>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6311220" y="718746"/>
            <a:ext cx="5681011" cy="4260758"/>
          </a:xfrm>
          <a:prstGeom prst="rect">
            <a:avLst/>
          </a:prstGeom>
        </p:spPr>
      </p:pic>
    </p:spTree>
    <p:extLst>
      <p:ext uri="{BB962C8B-B14F-4D97-AF65-F5344CB8AC3E}">
        <p14:creationId xmlns:p14="http://schemas.microsoft.com/office/powerpoint/2010/main" val="1899511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2203"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9695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4"/>
                </p:tgtEl>
              </p:cMediaNode>
            </p:video>
            <p:seq concurrent="1" nextAc="seek">
              <p:cTn id="12" restart="whenNotActive" fill="hold" evtFilter="cancelBubble" nodeType="interactiveSeq">
                <p:stCondLst>
                  <p:cond evt="onClick" delay="0">
                    <p:tgtEl>
                      <p:spTgt spid="4"/>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4"/>
                                        </p:tgtEl>
                                      </p:cBhvr>
                                    </p:cmd>
                                  </p:childTnLst>
                                </p:cTn>
                              </p:par>
                            </p:childTnLst>
                          </p:cTn>
                        </p:par>
                      </p:childTnLst>
                    </p:cTn>
                  </p:par>
                </p:childTnLst>
              </p:cTn>
              <p:nextCondLst>
                <p:cond evt="onClick" delay="0">
                  <p:tgtEl>
                    <p:spTgt spid="4"/>
                  </p:tgtEl>
                </p:cond>
              </p:nextCondLst>
            </p:seq>
            <p:video>
              <p:cMediaNode vol="80000">
                <p:cTn id="17" fill="hold" display="0">
                  <p:stCondLst>
                    <p:cond delay="indefinite"/>
                  </p:stCondLst>
                </p:cTn>
                <p:tgtEl>
                  <p:spTgt spid="5"/>
                </p:tgtEl>
              </p:cMediaNode>
            </p:video>
            <p:seq concurrent="1" nextAc="seek">
              <p:cTn id="18" restart="whenNotActive" fill="hold" evtFilter="cancelBubble" nodeType="interactiveSeq">
                <p:stCondLst>
                  <p:cond evt="onClick" delay="0">
                    <p:tgtEl>
                      <p:spTgt spid="5"/>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8912" y="129191"/>
            <a:ext cx="7183828" cy="711928"/>
          </a:xfrm>
        </p:spPr>
        <p:txBody>
          <a:bodyPr>
            <a:normAutofit/>
          </a:bodyPr>
          <a:lstStyle/>
          <a:p>
            <a:pPr algn="ctr"/>
            <a:r>
              <a:rPr lang="en-US" sz="3200" b="1" dirty="0" err="1">
                <a:latin typeface="Futura Book"/>
              </a:rPr>
              <a:t>Rencana</a:t>
            </a:r>
            <a:r>
              <a:rPr lang="en-US" sz="3200" b="1" dirty="0">
                <a:latin typeface="Futura Book"/>
              </a:rPr>
              <a:t> </a:t>
            </a:r>
            <a:r>
              <a:rPr lang="en-US" sz="3200" b="1" dirty="0" err="1">
                <a:latin typeface="Futura Book"/>
              </a:rPr>
              <a:t>Pelaksanaan</a:t>
            </a:r>
            <a:r>
              <a:rPr lang="en-US" sz="3200" b="1" dirty="0">
                <a:latin typeface="Futura Book"/>
              </a:rPr>
              <a:t> </a:t>
            </a:r>
            <a:r>
              <a:rPr lang="en-US" sz="3200" b="1" dirty="0" err="1">
                <a:latin typeface="Futura Book"/>
              </a:rPr>
              <a:t>Inovasi</a:t>
            </a:r>
            <a:endParaRPr lang="en-US" sz="3200" b="1" dirty="0">
              <a:latin typeface="Futura Book"/>
            </a:endParaRPr>
          </a:p>
        </p:txBody>
      </p:sp>
      <p:sp>
        <p:nvSpPr>
          <p:cNvPr id="4" name="Rectangle 3">
            <a:extLst>
              <a:ext uri="{FF2B5EF4-FFF2-40B4-BE49-F238E27FC236}">
                <a16:creationId xmlns:a16="http://schemas.microsoft.com/office/drawing/2014/main" id="{9C0D37BF-18A9-43D2-86FB-901E658A36B8}"/>
              </a:ext>
            </a:extLst>
          </p:cNvPr>
          <p:cNvSpPr/>
          <p:nvPr/>
        </p:nvSpPr>
        <p:spPr>
          <a:xfrm>
            <a:off x="0" y="6262048"/>
            <a:ext cx="12192001" cy="595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95758">
              <a:defRPr/>
            </a:pPr>
            <a:endParaRPr lang="en-US" sz="1567">
              <a:solidFill>
                <a:prstClr val="white"/>
              </a:solidFill>
            </a:endParaRPr>
          </a:p>
        </p:txBody>
      </p:sp>
      <p:pic>
        <p:nvPicPr>
          <p:cNvPr id="5" name="Picture 4">
            <a:extLst>
              <a:ext uri="{FF2B5EF4-FFF2-40B4-BE49-F238E27FC236}">
                <a16:creationId xmlns:a16="http://schemas.microsoft.com/office/drawing/2014/main" id="{D942DD8E-9EF0-42F3-82FC-828ACBDFB50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379795" y="-412595"/>
            <a:ext cx="3334213" cy="1538868"/>
          </a:xfrm>
          <a:prstGeom prst="rect">
            <a:avLst/>
          </a:prstGeom>
        </p:spPr>
      </p:pic>
      <p:pic>
        <p:nvPicPr>
          <p:cNvPr id="6" name="Picture 5">
            <a:extLst>
              <a:ext uri="{FF2B5EF4-FFF2-40B4-BE49-F238E27FC236}">
                <a16:creationId xmlns:a16="http://schemas.microsoft.com/office/drawing/2014/main" id="{C9C0911F-2D81-44B9-B657-63993BFA25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142997"/>
            <a:ext cx="1572544" cy="715003"/>
          </a:xfrm>
          <a:prstGeom prst="rect">
            <a:avLst/>
          </a:prstGeom>
        </p:spPr>
      </p:pic>
      <p:pic>
        <p:nvPicPr>
          <p:cNvPr id="7" name="Picture 6">
            <a:extLst>
              <a:ext uri="{FF2B5EF4-FFF2-40B4-BE49-F238E27FC236}">
                <a16:creationId xmlns:a16="http://schemas.microsoft.com/office/drawing/2014/main" id="{92CCED95-9CC1-4715-A5CF-A514164580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51174" y="6451989"/>
            <a:ext cx="1689652" cy="216070"/>
          </a:xfrm>
          <a:prstGeom prst="rect">
            <a:avLst/>
          </a:prstGeom>
        </p:spPr>
      </p:pic>
      <p:pic>
        <p:nvPicPr>
          <p:cNvPr id="8" name="Graphic 12">
            <a:extLst>
              <a:ext uri="{FF2B5EF4-FFF2-40B4-BE49-F238E27FC236}">
                <a16:creationId xmlns:a16="http://schemas.microsoft.com/office/drawing/2014/main" id="{7CB2DD97-CEE8-474E-89D4-CDB477C548F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53365" y="6348730"/>
            <a:ext cx="410076" cy="402912"/>
          </a:xfrm>
          <a:prstGeom prst="rect">
            <a:avLst/>
          </a:prstGeom>
        </p:spPr>
      </p:pic>
      <p:pic>
        <p:nvPicPr>
          <p:cNvPr id="3" name="Picture 2">
            <a:extLst>
              <a:ext uri="{FF2B5EF4-FFF2-40B4-BE49-F238E27FC236}">
                <a16:creationId xmlns:a16="http://schemas.microsoft.com/office/drawing/2014/main" id="{AE5F3423-F7B7-41B9-BDAA-300F821C13D3}"/>
              </a:ext>
            </a:extLst>
          </p:cNvPr>
          <p:cNvPicPr>
            <a:picLocks noChangeAspect="1"/>
          </p:cNvPicPr>
          <p:nvPr/>
        </p:nvPicPr>
        <p:blipFill rotWithShape="1">
          <a:blip r:embed="rId7"/>
          <a:srcRect r="25978"/>
          <a:stretch/>
        </p:blipFill>
        <p:spPr>
          <a:xfrm>
            <a:off x="129533" y="841119"/>
            <a:ext cx="11932934" cy="4663259"/>
          </a:xfrm>
          <a:prstGeom prst="rect">
            <a:avLst/>
          </a:prstGeom>
        </p:spPr>
      </p:pic>
    </p:spTree>
    <p:extLst>
      <p:ext uri="{BB962C8B-B14F-4D97-AF65-F5344CB8AC3E}">
        <p14:creationId xmlns:p14="http://schemas.microsoft.com/office/powerpoint/2010/main" val="2557981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E7166BD8-9EFF-8A99-0159-96CDD5246936}"/>
            </a:ext>
          </a:extLst>
        </p:cNvPr>
        <p:cNvGrpSpPr/>
        <p:nvPr/>
      </p:nvGrpSpPr>
      <p:grpSpPr>
        <a:xfrm>
          <a:off x="0" y="0"/>
          <a:ext cx="0" cy="0"/>
          <a:chOff x="0" y="0"/>
          <a:chExt cx="0" cy="0"/>
        </a:xfrm>
      </p:grpSpPr>
    </p:spTree>
    <p:extLst>
      <p:ext uri="{BB962C8B-B14F-4D97-AF65-F5344CB8AC3E}">
        <p14:creationId xmlns:p14="http://schemas.microsoft.com/office/powerpoint/2010/main" val="1103591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DC1C087-C4E6-4966-B151-9840C685C55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6" name="think-cell Slide" r:id="rId4" imgW="470" imgH="469" progId="TCLayout.ActiveDocument.1">
                  <p:embed/>
                </p:oleObj>
              </mc:Choice>
              <mc:Fallback>
                <p:oleObj name="think-cell Slide" r:id="rId4" imgW="470" imgH="469" progId="TCLayout.ActiveDocument.1">
                  <p:embed/>
                  <p:pic>
                    <p:nvPicPr>
                      <p:cNvPr id="4" name="Object 3" hidden="1">
                        <a:extLst>
                          <a:ext uri="{FF2B5EF4-FFF2-40B4-BE49-F238E27FC236}">
                            <a16:creationId xmlns:a16="http://schemas.microsoft.com/office/drawing/2014/main" id="{8DC1C087-C4E6-4966-B151-9840C685C55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 name="Rectangle 8">
            <a:extLst>
              <a:ext uri="{FF2B5EF4-FFF2-40B4-BE49-F238E27FC236}">
                <a16:creationId xmlns:a16="http://schemas.microsoft.com/office/drawing/2014/main" id="{B3690E8F-CC92-894C-9E38-F1B6843F0A21}"/>
              </a:ext>
            </a:extLst>
          </p:cNvPr>
          <p:cNvSpPr/>
          <p:nvPr/>
        </p:nvSpPr>
        <p:spPr>
          <a:xfrm>
            <a:off x="0" y="6262048"/>
            <a:ext cx="12192000" cy="595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795758">
              <a:defRPr/>
            </a:pPr>
            <a:endParaRPr lang="en-US" sz="1567">
              <a:solidFill>
                <a:prstClr val="white"/>
              </a:solidFill>
            </a:endParaRPr>
          </a:p>
        </p:txBody>
      </p:sp>
      <p:grpSp>
        <p:nvGrpSpPr>
          <p:cNvPr id="10" name="Group 9">
            <a:extLst>
              <a:ext uri="{FF2B5EF4-FFF2-40B4-BE49-F238E27FC236}">
                <a16:creationId xmlns:a16="http://schemas.microsoft.com/office/drawing/2014/main" id="{0001ED3C-C696-F146-8E7E-B76A2B70721A}"/>
              </a:ext>
            </a:extLst>
          </p:cNvPr>
          <p:cNvGrpSpPr/>
          <p:nvPr/>
        </p:nvGrpSpPr>
        <p:grpSpPr>
          <a:xfrm>
            <a:off x="9747158" y="0"/>
            <a:ext cx="2447805" cy="715992"/>
            <a:chOff x="10170993" y="0"/>
            <a:chExt cx="2021007" cy="591152"/>
          </a:xfrm>
          <a:effectLst/>
        </p:grpSpPr>
        <p:pic>
          <p:nvPicPr>
            <p:cNvPr id="11" name="Picture 10">
              <a:extLst>
                <a:ext uri="{FF2B5EF4-FFF2-40B4-BE49-F238E27FC236}">
                  <a16:creationId xmlns:a16="http://schemas.microsoft.com/office/drawing/2014/main" id="{38FAA66A-5E05-344D-BC16-F58A00D687C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170993" y="0"/>
              <a:ext cx="2021007" cy="591152"/>
            </a:xfrm>
            <a:prstGeom prst="rect">
              <a:avLst/>
            </a:prstGeom>
            <a:effectLst/>
          </p:spPr>
        </p:pic>
        <p:pic>
          <p:nvPicPr>
            <p:cNvPr id="12" name="Picture 11">
              <a:extLst>
                <a:ext uri="{FF2B5EF4-FFF2-40B4-BE49-F238E27FC236}">
                  <a16:creationId xmlns:a16="http://schemas.microsoft.com/office/drawing/2014/main" id="{D488019E-4D23-5240-A19A-8A12E2E27A2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787273" y="118146"/>
              <a:ext cx="1204333" cy="368164"/>
            </a:xfrm>
            <a:prstGeom prst="rect">
              <a:avLst/>
            </a:prstGeom>
            <a:solidFill>
              <a:schemeClr val="bg1"/>
            </a:solidFill>
          </p:spPr>
        </p:pic>
      </p:grpSp>
      <p:pic>
        <p:nvPicPr>
          <p:cNvPr id="13" name="Graphic 12">
            <a:extLst>
              <a:ext uri="{FF2B5EF4-FFF2-40B4-BE49-F238E27FC236}">
                <a16:creationId xmlns:a16="http://schemas.microsoft.com/office/drawing/2014/main" id="{12BD02BB-6ADF-D449-AC5A-015663F8E23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606218" y="6326827"/>
            <a:ext cx="410076" cy="402912"/>
          </a:xfrm>
          <a:prstGeom prst="rect">
            <a:avLst/>
          </a:prstGeom>
        </p:spPr>
      </p:pic>
      <p:pic>
        <p:nvPicPr>
          <p:cNvPr id="14" name="Picture 13">
            <a:extLst>
              <a:ext uri="{FF2B5EF4-FFF2-40B4-BE49-F238E27FC236}">
                <a16:creationId xmlns:a16="http://schemas.microsoft.com/office/drawing/2014/main" id="{0FAFD3BF-AABF-1343-98A4-0DAC51C64F0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26279" y="5936302"/>
            <a:ext cx="2247900" cy="1409700"/>
          </a:xfrm>
          <a:prstGeom prst="rect">
            <a:avLst/>
          </a:prstGeom>
        </p:spPr>
      </p:pic>
      <p:sp>
        <p:nvSpPr>
          <p:cNvPr id="15" name="TextBox 14">
            <a:extLst>
              <a:ext uri="{FF2B5EF4-FFF2-40B4-BE49-F238E27FC236}">
                <a16:creationId xmlns:a16="http://schemas.microsoft.com/office/drawing/2014/main" id="{8230DA74-690E-4E01-AA40-DC835291FC4A}"/>
              </a:ext>
            </a:extLst>
          </p:cNvPr>
          <p:cNvSpPr txBox="1"/>
          <p:nvPr/>
        </p:nvSpPr>
        <p:spPr>
          <a:xfrm>
            <a:off x="103436" y="737053"/>
            <a:ext cx="3519938" cy="461665"/>
          </a:xfrm>
          <a:prstGeom prst="rect">
            <a:avLst/>
          </a:prstGeom>
          <a:solidFill>
            <a:schemeClr val="accent4"/>
          </a:solidFill>
        </p:spPr>
        <p:txBody>
          <a:bodyPr wrap="none" rtlCol="0">
            <a:spAutoFit/>
          </a:bodyPr>
          <a:lstStyle/>
          <a:p>
            <a:r>
              <a:rPr lang="en-US" sz="2400" b="1" dirty="0">
                <a:solidFill>
                  <a:prstClr val="black"/>
                </a:solidFill>
              </a:rPr>
              <a:t>HASIL NOISE LOG JRK-193</a:t>
            </a:r>
          </a:p>
        </p:txBody>
      </p:sp>
      <p:sp>
        <p:nvSpPr>
          <p:cNvPr id="6" name="TextBox 5">
            <a:extLst>
              <a:ext uri="{FF2B5EF4-FFF2-40B4-BE49-F238E27FC236}">
                <a16:creationId xmlns:a16="http://schemas.microsoft.com/office/drawing/2014/main" id="{0039522C-33B3-4F32-99A8-B30F528EE7AA}"/>
              </a:ext>
            </a:extLst>
          </p:cNvPr>
          <p:cNvSpPr txBox="1"/>
          <p:nvPr/>
        </p:nvSpPr>
        <p:spPr>
          <a:xfrm>
            <a:off x="103436" y="1355467"/>
            <a:ext cx="3182689" cy="1477328"/>
          </a:xfrm>
          <a:prstGeom prst="rect">
            <a:avLst/>
          </a:prstGeom>
          <a:noFill/>
        </p:spPr>
        <p:txBody>
          <a:bodyPr wrap="square" rtlCol="0">
            <a:spAutoFit/>
          </a:bodyPr>
          <a:lstStyle/>
          <a:p>
            <a:r>
              <a:rPr lang="en-US" dirty="0"/>
              <a:t>Hasil noise log: </a:t>
            </a:r>
          </a:p>
          <a:p>
            <a:r>
              <a:rPr lang="en-US" dirty="0" err="1"/>
              <a:t>Fluida</a:t>
            </a:r>
            <a:r>
              <a:rPr lang="en-US" dirty="0"/>
              <a:t> </a:t>
            </a:r>
            <a:r>
              <a:rPr lang="en-US" dirty="0" err="1"/>
              <a:t>yg</a:t>
            </a:r>
            <a:r>
              <a:rPr lang="en-US" dirty="0"/>
              <a:t> </a:t>
            </a:r>
            <a:r>
              <a:rPr lang="en-US" dirty="0" err="1"/>
              <a:t>diinjeksikan</a:t>
            </a:r>
            <a:r>
              <a:rPr lang="en-US" dirty="0"/>
              <a:t> </a:t>
            </a:r>
            <a:r>
              <a:rPr lang="en-US" dirty="0" err="1"/>
              <a:t>ke</a:t>
            </a:r>
            <a:r>
              <a:rPr lang="en-US" dirty="0"/>
              <a:t> </a:t>
            </a:r>
            <a:r>
              <a:rPr lang="en-US" dirty="0" err="1"/>
              <a:t>lapisan</a:t>
            </a:r>
            <a:r>
              <a:rPr lang="en-US" dirty="0"/>
              <a:t> target 282 – 283 m </a:t>
            </a:r>
            <a:r>
              <a:rPr lang="en-US" dirty="0" err="1"/>
              <a:t>mengalami</a:t>
            </a:r>
            <a:r>
              <a:rPr lang="en-US" dirty="0"/>
              <a:t> channeling </a:t>
            </a:r>
            <a:r>
              <a:rPr lang="en-US" dirty="0" err="1"/>
              <a:t>ke</a:t>
            </a:r>
            <a:r>
              <a:rPr lang="en-US" dirty="0"/>
              <a:t> </a:t>
            </a:r>
            <a:r>
              <a:rPr lang="en-US" dirty="0" err="1"/>
              <a:t>kedalaman</a:t>
            </a:r>
            <a:r>
              <a:rPr lang="en-US" dirty="0"/>
              <a:t> permeable zone 255 m &amp; 215 m</a:t>
            </a:r>
            <a:endParaRPr lang="en-ID" dirty="0"/>
          </a:p>
        </p:txBody>
      </p:sp>
      <p:pic>
        <p:nvPicPr>
          <p:cNvPr id="2" name="Picture 1">
            <a:extLst>
              <a:ext uri="{FF2B5EF4-FFF2-40B4-BE49-F238E27FC236}">
                <a16:creationId xmlns:a16="http://schemas.microsoft.com/office/drawing/2014/main" id="{EC54F5C7-EE06-4F6A-A027-E4DB28234BA5}"/>
              </a:ext>
            </a:extLst>
          </p:cNvPr>
          <p:cNvPicPr>
            <a:picLocks noChangeAspect="1"/>
          </p:cNvPicPr>
          <p:nvPr/>
        </p:nvPicPr>
        <p:blipFill>
          <a:blip r:embed="rId11"/>
          <a:stretch>
            <a:fillRect/>
          </a:stretch>
        </p:blipFill>
        <p:spPr>
          <a:xfrm>
            <a:off x="4101997" y="615805"/>
            <a:ext cx="4375253" cy="6172729"/>
          </a:xfrm>
          <a:prstGeom prst="rect">
            <a:avLst/>
          </a:prstGeom>
        </p:spPr>
      </p:pic>
    </p:spTree>
    <p:extLst>
      <p:ext uri="{BB962C8B-B14F-4D97-AF65-F5344CB8AC3E}">
        <p14:creationId xmlns:p14="http://schemas.microsoft.com/office/powerpoint/2010/main" val="38663200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4b6a2139-810d-49fd-91f5-4e5425531ba2">
      <UserInfo>
        <DisplayName>Maria Indira Saraswati</DisplayName>
        <AccountId>369</AccountId>
        <AccountType/>
      </UserInfo>
    </SharedWithUsers>
    <_activity xmlns="a7f0a68e-0b66-4da5-a924-3a11d7f3a77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54E5C70A0E2F54C8CB3027D4EA56666" ma:contentTypeVersion="17" ma:contentTypeDescription="Create a new document." ma:contentTypeScope="" ma:versionID="345d4415e884a6179ae7b0b54bb4ec3f">
  <xsd:schema xmlns:xsd="http://www.w3.org/2001/XMLSchema" xmlns:xs="http://www.w3.org/2001/XMLSchema" xmlns:p="http://schemas.microsoft.com/office/2006/metadata/properties" xmlns:ns3="a7f0a68e-0b66-4da5-a924-3a11d7f3a773" xmlns:ns4="4b6a2139-810d-49fd-91f5-4e5425531ba2" targetNamespace="http://schemas.microsoft.com/office/2006/metadata/properties" ma:root="true" ma:fieldsID="745eb4f6cffbf5195f4521d24ea2bbd4" ns3:_="" ns4:_="">
    <xsd:import namespace="a7f0a68e-0b66-4da5-a924-3a11d7f3a773"/>
    <xsd:import namespace="4b6a2139-810d-49fd-91f5-4e5425531ba2"/>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LengthInSeconds" minOccurs="0"/>
                <xsd:element ref="ns3:MediaServiceLocation" minOccurs="0"/>
                <xsd:element ref="ns3:_activity" minOccurs="0"/>
                <xsd:element ref="ns3:MediaServiceObjectDetectorVersions" minOccurs="0"/>
                <xsd:element ref="ns3:MediaServiceSystemTag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f0a68e-0b66-4da5-a924-3a11d7f3a77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MediaServiceLocation" ma:index="19" nillable="true" ma:displayName="Location" ma:indexed="true" ma:internalName="MediaServiceLocation" ma:readOnly="true">
      <xsd:simpleType>
        <xsd:restriction base="dms:Text"/>
      </xsd:simpleType>
    </xsd:element>
    <xsd:element name="_activity" ma:index="20" nillable="true" ma:displayName="_activity" ma:hidden="true" ma:internalName="_activity">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b6a2139-810d-49fd-91f5-4e5425531ba2"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SharingHintHash" ma:index="17"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747244D-0AB8-40E1-B243-A86CDE7A8873}">
  <ds:schemaRefs>
    <ds:schemaRef ds:uri="http://schemas.microsoft.com/sharepoint/v3/contenttype/forms"/>
  </ds:schemaRefs>
</ds:datastoreItem>
</file>

<file path=customXml/itemProps2.xml><?xml version="1.0" encoding="utf-8"?>
<ds:datastoreItem xmlns:ds="http://schemas.openxmlformats.org/officeDocument/2006/customXml" ds:itemID="{E37C2B91-DB9E-415B-8978-F766F556AD38}">
  <ds:schemaRefs>
    <ds:schemaRef ds:uri="http://purl.org/dc/terms/"/>
    <ds:schemaRef ds:uri="a7f0a68e-0b66-4da5-a924-3a11d7f3a773"/>
    <ds:schemaRef ds:uri="http://www.w3.org/XML/1998/namespace"/>
    <ds:schemaRef ds:uri="http://schemas.microsoft.com/office/2006/metadata/properties"/>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4b6a2139-810d-49fd-91f5-4e5425531ba2"/>
    <ds:schemaRef ds:uri="http://purl.org/dc/elements/1.1/"/>
  </ds:schemaRefs>
</ds:datastoreItem>
</file>

<file path=customXml/itemProps3.xml><?xml version="1.0" encoding="utf-8"?>
<ds:datastoreItem xmlns:ds="http://schemas.openxmlformats.org/officeDocument/2006/customXml" ds:itemID="{C8B2C0A3-1127-441B-83A5-35459428BE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7f0a68e-0b66-4da5-a924-3a11d7f3a773"/>
    <ds:schemaRef ds:uri="4b6a2139-810d-49fd-91f5-4e5425531ba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284</TotalTime>
  <Words>686</Words>
  <Application>Microsoft Office PowerPoint</Application>
  <PresentationFormat>Widescreen</PresentationFormat>
  <Paragraphs>54</Paragraphs>
  <Slides>11</Slides>
  <Notes>0</Notes>
  <HiddenSlides>0</HiddenSlides>
  <MMClips>2</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11</vt:i4>
      </vt:variant>
    </vt:vector>
  </HeadingPairs>
  <TitlesOfParts>
    <vt:vector size="21" baseType="lpstr">
      <vt:lpstr>Aptos</vt:lpstr>
      <vt:lpstr>Aptos Black</vt:lpstr>
      <vt:lpstr>Aptos Display</vt:lpstr>
      <vt:lpstr>Arial</vt:lpstr>
      <vt:lpstr>Elephant</vt:lpstr>
      <vt:lpstr>Futura Book</vt:lpstr>
      <vt:lpstr>Futura Md BT</vt:lpstr>
      <vt:lpstr>Futura-Black</vt:lpstr>
      <vt:lpstr>Office Theme</vt:lpstr>
      <vt:lpstr>think-cell Slide</vt:lpstr>
      <vt:lpstr>PowerPoint Presentation</vt:lpstr>
      <vt:lpstr>1. Latar Belakang</vt:lpstr>
      <vt:lpstr>2. Deskripsi Inovasi</vt:lpstr>
      <vt:lpstr>3. Hypothesis</vt:lpstr>
      <vt:lpstr>Metodologi Inovasi</vt:lpstr>
      <vt:lpstr>Metodologi Inovasi</vt:lpstr>
      <vt:lpstr>Poin Inovasi</vt:lpstr>
      <vt:lpstr>PowerPoint Presentation</vt:lpstr>
      <vt:lpstr>Rencana Pelaksanaan Inovasi</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Keefan Harith Iqbal</dc:creator>
  <cp:lastModifiedBy>Suryo Adi Putranto</cp:lastModifiedBy>
  <cp:revision>13</cp:revision>
  <dcterms:created xsi:type="dcterms:W3CDTF">2024-12-03T00:42:24Z</dcterms:created>
  <dcterms:modified xsi:type="dcterms:W3CDTF">2026-02-09T02:27:47Z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0x010100D54E5C70A0E2F54C8CB3027D4EA56666</vt:lpwstr>
  </property>
</Properties>
</file>